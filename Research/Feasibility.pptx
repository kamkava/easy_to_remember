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63" r:id="rId3"/>
    <p:sldId id="264" r:id="rId4"/>
    <p:sldId id="265" r:id="rId5"/>
    <p:sldId id="258" r:id="rId6"/>
    <p:sldId id="257" r:id="rId7"/>
    <p:sldId id="261" r:id="rId8"/>
    <p:sldId id="262" r:id="rId9"/>
    <p:sldId id="26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47E43-6F50-4073-94DE-B8B7DF8BEDB7}" v="30" dt="2025-11-20T11:46:59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40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aliauskaite, Kami" userId="98a1dc19-4d04-4cdb-8f71-220147cddd0b" providerId="ADAL" clId="{9D60128F-794A-4C9A-8222-2126156AAB55}"/>
    <pc:docChg chg="undo custSel addSld delSld modSld sldOrd">
      <pc:chgData name="Kavaliauskaite, Kami" userId="98a1dc19-4d04-4cdb-8f71-220147cddd0b" providerId="ADAL" clId="{9D60128F-794A-4C9A-8222-2126156AAB55}" dt="2025-11-20T11:47:03.325" v="3525" actId="14100"/>
      <pc:docMkLst>
        <pc:docMk/>
      </pc:docMkLst>
      <pc:sldChg chg="addSp delSp modSp new mod modTransition setBg addAnim modAnim">
        <pc:chgData name="Kavaliauskaite, Kami" userId="98a1dc19-4d04-4cdb-8f71-220147cddd0b" providerId="ADAL" clId="{9D60128F-794A-4C9A-8222-2126156AAB55}" dt="2025-11-20T11:46:39.521" v="3520"/>
        <pc:sldMkLst>
          <pc:docMk/>
          <pc:sldMk cId="3627871828" sldId="256"/>
        </pc:sldMkLst>
        <pc:spChg chg="mod">
          <ac:chgData name="Kavaliauskaite, Kami" userId="98a1dc19-4d04-4cdb-8f71-220147cddd0b" providerId="ADAL" clId="{9D60128F-794A-4C9A-8222-2126156AAB55}" dt="2025-11-20T10:40:32.944" v="3378" actId="26606"/>
          <ac:spMkLst>
            <pc:docMk/>
            <pc:sldMk cId="3627871828" sldId="256"/>
            <ac:spMk id="2" creationId="{45774749-1702-4790-4FFF-959C7FABA531}"/>
          </ac:spMkLst>
        </pc:spChg>
        <pc:spChg chg="mod">
          <ac:chgData name="Kavaliauskaite, Kami" userId="98a1dc19-4d04-4cdb-8f71-220147cddd0b" providerId="ADAL" clId="{9D60128F-794A-4C9A-8222-2126156AAB55}" dt="2025-11-20T10:40:32.944" v="3378" actId="26606"/>
          <ac:spMkLst>
            <pc:docMk/>
            <pc:sldMk cId="3627871828" sldId="256"/>
            <ac:spMk id="3" creationId="{FC01C526-73F4-0F59-B812-780ECF5E1296}"/>
          </ac:spMkLst>
        </pc:spChg>
        <pc:spChg chg="add">
          <ac:chgData name="Kavaliauskaite, Kami" userId="98a1dc19-4d04-4cdb-8f71-220147cddd0b" providerId="ADAL" clId="{9D60128F-794A-4C9A-8222-2126156AAB55}" dt="2025-11-20T10:40:32.944" v="3378" actId="26606"/>
          <ac:spMkLst>
            <pc:docMk/>
            <pc:sldMk cId="3627871828" sldId="256"/>
            <ac:spMk id="9" creationId="{4CE9304C-7D47-49AD-9260-6DBF0A5B9A0A}"/>
          </ac:spMkLst>
        </pc:spChg>
        <pc:spChg chg="add">
          <ac:chgData name="Kavaliauskaite, Kami" userId="98a1dc19-4d04-4cdb-8f71-220147cddd0b" providerId="ADAL" clId="{9D60128F-794A-4C9A-8222-2126156AAB55}" dt="2025-11-20T10:40:32.944" v="3378" actId="26606"/>
          <ac:spMkLst>
            <pc:docMk/>
            <pc:sldMk cId="3627871828" sldId="256"/>
            <ac:spMk id="11" creationId="{9DEDD006-D91C-4989-B39C-EEEA43F868FF}"/>
          </ac:spMkLst>
        </pc:spChg>
        <pc:spChg chg="add">
          <ac:chgData name="Kavaliauskaite, Kami" userId="98a1dc19-4d04-4cdb-8f71-220147cddd0b" providerId="ADAL" clId="{9D60128F-794A-4C9A-8222-2126156AAB55}" dt="2025-11-20T10:40:32.944" v="3378" actId="26606"/>
          <ac:spMkLst>
            <pc:docMk/>
            <pc:sldMk cId="3627871828" sldId="256"/>
            <ac:spMk id="13" creationId="{35EF7FFE-55CC-444E-A630-F40A5C9C5C8B}"/>
          </ac:spMkLst>
        </pc:spChg>
        <pc:picChg chg="add">
          <ac:chgData name="Kavaliauskaite, Kami" userId="98a1dc19-4d04-4cdb-8f71-220147cddd0b" providerId="ADAL" clId="{9D60128F-794A-4C9A-8222-2126156AAB55}" dt="2025-11-20T10:40:32.944" v="3378" actId="26606"/>
          <ac:picMkLst>
            <pc:docMk/>
            <pc:sldMk cId="3627871828" sldId="256"/>
            <ac:picMk id="5" creationId="{670391F3-447F-12FA-3B30-CCBFAABD7B23}"/>
          </ac:picMkLst>
        </pc:picChg>
        <pc:picChg chg="add del mod">
          <ac:chgData name="Kavaliauskaite, Kami" userId="98a1dc19-4d04-4cdb-8f71-220147cddd0b" providerId="ADAL" clId="{9D60128F-794A-4C9A-8222-2126156AAB55}" dt="2025-11-20T11:22:45.764" v="3513"/>
          <ac:picMkLst>
            <pc:docMk/>
            <pc:sldMk cId="3627871828" sldId="256"/>
            <ac:picMk id="10" creationId="{A2BDEAFA-FCB5-0317-E493-F0019246830A}"/>
          </ac:picMkLst>
        </pc:picChg>
        <pc:picChg chg="add del mod">
          <ac:chgData name="Kavaliauskaite, Kami" userId="98a1dc19-4d04-4cdb-8f71-220147cddd0b" providerId="ADAL" clId="{9D60128F-794A-4C9A-8222-2126156AAB55}" dt="2025-11-20T11:46:39.521" v="3520"/>
          <ac:picMkLst>
            <pc:docMk/>
            <pc:sldMk cId="3627871828" sldId="256"/>
            <ac:picMk id="16" creationId="{49E55D16-E770-4B67-221C-8A597433BBD6}"/>
          </ac:picMkLst>
        </pc:picChg>
      </pc:sldChg>
      <pc:sldChg chg="addSp delSp modSp new mod modClrScheme chgLayout">
        <pc:chgData name="Kavaliauskaite, Kami" userId="98a1dc19-4d04-4cdb-8f71-220147cddd0b" providerId="ADAL" clId="{9D60128F-794A-4C9A-8222-2126156AAB55}" dt="2025-11-20T10:54:22.009" v="3449" actId="20577"/>
        <pc:sldMkLst>
          <pc:docMk/>
          <pc:sldMk cId="1414108362" sldId="257"/>
        </pc:sldMkLst>
        <pc:spChg chg="mod ord">
          <ac:chgData name="Kavaliauskaite, Kami" userId="98a1dc19-4d04-4cdb-8f71-220147cddd0b" providerId="ADAL" clId="{9D60128F-794A-4C9A-8222-2126156AAB55}" dt="2025-11-14T15:48:47.550" v="2754"/>
          <ac:spMkLst>
            <pc:docMk/>
            <pc:sldMk cId="1414108362" sldId="257"/>
            <ac:spMk id="2" creationId="{BA474B12-AC5E-C89E-2AB2-A0F5BBF92539}"/>
          </ac:spMkLst>
        </pc:spChg>
        <pc:spChg chg="add mod ord">
          <ac:chgData name="Kavaliauskaite, Kami" userId="98a1dc19-4d04-4cdb-8f71-220147cddd0b" providerId="ADAL" clId="{9D60128F-794A-4C9A-8222-2126156AAB55}" dt="2025-11-20T10:41:09.940" v="3381" actId="1076"/>
          <ac:spMkLst>
            <pc:docMk/>
            <pc:sldMk cId="1414108362" sldId="257"/>
            <ac:spMk id="4" creationId="{430835E2-2593-45DB-64D7-EB7F99CB63C5}"/>
          </ac:spMkLst>
        </pc:spChg>
        <pc:spChg chg="add mod ord">
          <ac:chgData name="Kavaliauskaite, Kami" userId="98a1dc19-4d04-4cdb-8f71-220147cddd0b" providerId="ADAL" clId="{9D60128F-794A-4C9A-8222-2126156AAB55}" dt="2025-11-20T10:53:52.577" v="3424" actId="20577"/>
          <ac:spMkLst>
            <pc:docMk/>
            <pc:sldMk cId="1414108362" sldId="257"/>
            <ac:spMk id="5" creationId="{71AF097E-79E9-2B42-B7EA-2FB48571C121}"/>
          </ac:spMkLst>
        </pc:spChg>
        <pc:spChg chg="add mod ord">
          <ac:chgData name="Kavaliauskaite, Kami" userId="98a1dc19-4d04-4cdb-8f71-220147cddd0b" providerId="ADAL" clId="{9D60128F-794A-4C9A-8222-2126156AAB55}" dt="2025-11-20T10:54:22.009" v="3449" actId="20577"/>
          <ac:spMkLst>
            <pc:docMk/>
            <pc:sldMk cId="1414108362" sldId="257"/>
            <ac:spMk id="6" creationId="{EC3ED603-0843-EFF2-1F04-30329FA98081}"/>
          </ac:spMkLst>
        </pc:spChg>
        <pc:spChg chg="add mod ord">
          <ac:chgData name="Kavaliauskaite, Kami" userId="98a1dc19-4d04-4cdb-8f71-220147cddd0b" providerId="ADAL" clId="{9D60128F-794A-4C9A-8222-2126156AAB55}" dt="2025-11-14T15:48:24.609" v="2746" actId="27636"/>
          <ac:spMkLst>
            <pc:docMk/>
            <pc:sldMk cId="1414108362" sldId="257"/>
            <ac:spMk id="7" creationId="{3E374FFA-4B20-87DB-BE86-41F6BB3CC752}"/>
          </ac:spMkLst>
        </pc:spChg>
      </pc:sldChg>
      <pc:sldChg chg="addSp delSp modSp new mod ord setBg modClrScheme chgLayout">
        <pc:chgData name="Kavaliauskaite, Kami" userId="98a1dc19-4d04-4cdb-8f71-220147cddd0b" providerId="ADAL" clId="{9D60128F-794A-4C9A-8222-2126156AAB55}" dt="2025-11-20T10:58:27.497" v="3511" actId="14100"/>
        <pc:sldMkLst>
          <pc:docMk/>
          <pc:sldMk cId="3761220558" sldId="258"/>
        </pc:sldMkLst>
        <pc:spChg chg="mod ord">
          <ac:chgData name="Kavaliauskaite, Kami" userId="98a1dc19-4d04-4cdb-8f71-220147cddd0b" providerId="ADAL" clId="{9D60128F-794A-4C9A-8222-2126156AAB55}" dt="2025-11-20T10:40:20.439" v="3377" actId="26606"/>
          <ac:spMkLst>
            <pc:docMk/>
            <pc:sldMk cId="3761220558" sldId="258"/>
            <ac:spMk id="2" creationId="{A8558CB2-1B09-D42D-0704-DC78381D95E5}"/>
          </ac:spMkLst>
        </pc:spChg>
        <pc:spChg chg="add mod">
          <ac:chgData name="Kavaliauskaite, Kami" userId="98a1dc19-4d04-4cdb-8f71-220147cddd0b" providerId="ADAL" clId="{9D60128F-794A-4C9A-8222-2126156AAB55}" dt="2025-11-20T10:55:58.487" v="3480" actId="20577"/>
          <ac:spMkLst>
            <pc:docMk/>
            <pc:sldMk cId="3761220558" sldId="258"/>
            <ac:spMk id="3" creationId="{2E174469-8B3D-770A-D857-A60CD5A127EB}"/>
          </ac:spMkLst>
        </pc:spChg>
        <pc:spChg chg="add mod">
          <ac:chgData name="Kavaliauskaite, Kami" userId="98a1dc19-4d04-4cdb-8f71-220147cddd0b" providerId="ADAL" clId="{9D60128F-794A-4C9A-8222-2126156AAB55}" dt="2025-11-20T10:58:27.497" v="3511" actId="14100"/>
          <ac:spMkLst>
            <pc:docMk/>
            <pc:sldMk cId="3761220558" sldId="258"/>
            <ac:spMk id="4" creationId="{34005064-4906-AA57-C1CB-203FB3492BBE}"/>
          </ac:spMkLst>
        </pc:spChg>
        <pc:spChg chg="add del mod ord">
          <ac:chgData name="Kavaliauskaite, Kami" userId="98a1dc19-4d04-4cdb-8f71-220147cddd0b" providerId="ADAL" clId="{9D60128F-794A-4C9A-8222-2126156AAB55}" dt="2025-11-20T10:40:20.439" v="3377" actId="26606"/>
          <ac:spMkLst>
            <pc:docMk/>
            <pc:sldMk cId="3761220558" sldId="258"/>
            <ac:spMk id="6" creationId="{7CA0E1BB-4E45-3267-4097-E36A3EC05B61}"/>
          </ac:spMkLst>
        </pc:spChg>
        <pc:spChg chg="add">
          <ac:chgData name="Kavaliauskaite, Kami" userId="98a1dc19-4d04-4cdb-8f71-220147cddd0b" providerId="ADAL" clId="{9D60128F-794A-4C9A-8222-2126156AAB55}" dt="2025-11-20T10:40:20.439" v="3377" actId="26606"/>
          <ac:spMkLst>
            <pc:docMk/>
            <pc:sldMk cId="3761220558" sldId="258"/>
            <ac:spMk id="12" creationId="{A3D9AEEE-1CCD-43C0-BA3E-16D60A6E23C0}"/>
          </ac:spMkLst>
        </pc:spChg>
        <pc:spChg chg="add">
          <ac:chgData name="Kavaliauskaite, Kami" userId="98a1dc19-4d04-4cdb-8f71-220147cddd0b" providerId="ADAL" clId="{9D60128F-794A-4C9A-8222-2126156AAB55}" dt="2025-11-20T10:40:20.439" v="3377" actId="26606"/>
          <ac:spMkLst>
            <pc:docMk/>
            <pc:sldMk cId="3761220558" sldId="258"/>
            <ac:spMk id="14" creationId="{60F880A6-33D3-4EEC-A780-B73559B9F24C}"/>
          </ac:spMkLst>
        </pc:spChg>
        <pc:spChg chg="add">
          <ac:chgData name="Kavaliauskaite, Kami" userId="98a1dc19-4d04-4cdb-8f71-220147cddd0b" providerId="ADAL" clId="{9D60128F-794A-4C9A-8222-2126156AAB55}" dt="2025-11-20T10:40:20.439" v="3377" actId="26606"/>
          <ac:spMkLst>
            <pc:docMk/>
            <pc:sldMk cId="3761220558" sldId="258"/>
            <ac:spMk id="16" creationId="{2C6246ED-0535-4496-A8F6-1E80CC4EB853}"/>
          </ac:spMkLst>
        </pc:spChg>
        <pc:graphicFrameChg chg="add">
          <ac:chgData name="Kavaliauskaite, Kami" userId="98a1dc19-4d04-4cdb-8f71-220147cddd0b" providerId="ADAL" clId="{9D60128F-794A-4C9A-8222-2126156AAB55}" dt="2025-11-20T10:40:20.439" v="3377" actId="26606"/>
          <ac:graphicFrameMkLst>
            <pc:docMk/>
            <pc:sldMk cId="3761220558" sldId="258"/>
            <ac:graphicFrameMk id="8" creationId="{263257F2-6F94-DBD2-BFE3-61848FFD2A62}"/>
          </ac:graphicFrameMkLst>
        </pc:graphicFrameChg>
        <pc:picChg chg="add mod">
          <ac:chgData name="Kavaliauskaite, Kami" userId="98a1dc19-4d04-4cdb-8f71-220147cddd0b" providerId="ADAL" clId="{9D60128F-794A-4C9A-8222-2126156AAB55}" dt="2025-11-20T10:57:35.988" v="3498" actId="931"/>
          <ac:picMkLst>
            <pc:docMk/>
            <pc:sldMk cId="3761220558" sldId="258"/>
            <ac:picMk id="7" creationId="{9C4F36F0-E2A7-7FCD-3D60-DDD2C4FE1616}"/>
          </ac:picMkLst>
        </pc:picChg>
        <pc:picChg chg="add mod">
          <ac:chgData name="Kavaliauskaite, Kami" userId="98a1dc19-4d04-4cdb-8f71-220147cddd0b" providerId="ADAL" clId="{9D60128F-794A-4C9A-8222-2126156AAB55}" dt="2025-11-20T10:58:01.778" v="3500" actId="1076"/>
          <ac:picMkLst>
            <pc:docMk/>
            <pc:sldMk cId="3761220558" sldId="258"/>
            <ac:picMk id="10" creationId="{283D51EF-6C56-E449-BADA-7E55C78DC493}"/>
          </ac:picMkLst>
        </pc:picChg>
      </pc:sldChg>
      <pc:sldChg chg="addSp delSp modSp new mod ord setBg modClrScheme chgLayout">
        <pc:chgData name="Kavaliauskaite, Kami" userId="98a1dc19-4d04-4cdb-8f71-220147cddd0b" providerId="ADAL" clId="{9D60128F-794A-4C9A-8222-2126156AAB55}" dt="2025-11-20T10:39:47.104" v="3376" actId="26606"/>
        <pc:sldMkLst>
          <pc:docMk/>
          <pc:sldMk cId="2498900073" sldId="259"/>
        </pc:sldMkLst>
        <pc:spChg chg="mod or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2" creationId="{B35B6574-4F3F-3ACC-4119-2FDE17517E60}"/>
          </ac:spMkLst>
        </pc:spChg>
        <pc:spChg chg="add del mod ord">
          <ac:chgData name="Kavaliauskaite, Kami" userId="98a1dc19-4d04-4cdb-8f71-220147cddd0b" providerId="ADAL" clId="{9D60128F-794A-4C9A-8222-2126156AAB55}" dt="2025-11-20T10:38:59.104" v="3369" actId="21"/>
          <ac:spMkLst>
            <pc:docMk/>
            <pc:sldMk cId="2498900073" sldId="259"/>
            <ac:spMk id="4" creationId="{51A1747A-D275-2757-28DE-11E2CF7F1ACD}"/>
          </ac:spMkLst>
        </pc:spChg>
        <pc:spChg chg="add del mod ord">
          <ac:chgData name="Kavaliauskaite, Kami" userId="98a1dc19-4d04-4cdb-8f71-220147cddd0b" providerId="ADAL" clId="{9D60128F-794A-4C9A-8222-2126156AAB55}" dt="2025-11-20T10:38:54.259" v="3368" actId="21"/>
          <ac:spMkLst>
            <pc:docMk/>
            <pc:sldMk cId="2498900073" sldId="259"/>
            <ac:spMk id="5" creationId="{100550D4-E202-63F4-079B-23D00DB5634E}"/>
          </ac:spMkLst>
        </pc:spChg>
        <pc:spChg chg="add del mod ord">
          <ac:chgData name="Kavaliauskaite, Kami" userId="98a1dc19-4d04-4cdb-8f71-220147cddd0b" providerId="ADAL" clId="{9D60128F-794A-4C9A-8222-2126156AAB55}" dt="2025-11-20T10:39:15.815" v="3372" actId="21"/>
          <ac:spMkLst>
            <pc:docMk/>
            <pc:sldMk cId="2498900073" sldId="259"/>
            <ac:spMk id="6" creationId="{30E877CF-3DC9-FB9D-3463-97BEDC87B437}"/>
          </ac:spMkLst>
        </pc:spChg>
        <pc:spChg chg="add del mod or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7" creationId="{D419B5D0-009D-9DB7-8BF1-EDAD6D2B8682}"/>
          </ac:spMkLst>
        </pc:spChg>
        <pc:spChg chg="add del mod">
          <ac:chgData name="Kavaliauskaite, Kami" userId="98a1dc19-4d04-4cdb-8f71-220147cddd0b" providerId="ADAL" clId="{9D60128F-794A-4C9A-8222-2126156AAB55}" dt="2025-11-20T10:39:02.739" v="3370" actId="478"/>
          <ac:spMkLst>
            <pc:docMk/>
            <pc:sldMk cId="2498900073" sldId="259"/>
            <ac:spMk id="10" creationId="{32CDA462-2A33-871A-7757-549481CAD5DE}"/>
          </ac:spMkLst>
        </pc:spChg>
        <pc:spChg chg="add del mod">
          <ac:chgData name="Kavaliauskaite, Kami" userId="98a1dc19-4d04-4cdb-8f71-220147cddd0b" providerId="ADAL" clId="{9D60128F-794A-4C9A-8222-2126156AAB55}" dt="2025-11-20T10:39:08.422" v="3371" actId="478"/>
          <ac:spMkLst>
            <pc:docMk/>
            <pc:sldMk cId="2498900073" sldId="259"/>
            <ac:spMk id="12" creationId="{3951F807-E7BC-C6C3-F6F3-7B8F06F9DCA4}"/>
          </ac:spMkLst>
        </pc:spChg>
        <pc:spChg chg="add del mod">
          <ac:chgData name="Kavaliauskaite, Kami" userId="98a1dc19-4d04-4cdb-8f71-220147cddd0b" providerId="ADAL" clId="{9D60128F-794A-4C9A-8222-2126156AAB55}" dt="2025-11-20T10:39:21.294" v="3373" actId="478"/>
          <ac:spMkLst>
            <pc:docMk/>
            <pc:sldMk cId="2498900073" sldId="259"/>
            <ac:spMk id="14" creationId="{2015D01C-9153-BBFD-E0E1-980AEE885EEE}"/>
          </ac:spMkLst>
        </pc:spChg>
        <pc:spChg chg="ad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41" creationId="{BDADA868-08FE-425A-AEF9-B622F93730AB}"/>
          </ac:spMkLst>
        </pc:spChg>
        <pc:spChg chg="ad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43" creationId="{4AE17B7F-6C2F-42A9-946F-8FF49617D1EF}"/>
          </ac:spMkLst>
        </pc:spChg>
        <pc:spChg chg="ad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45" creationId="{BF7E8610-2DF7-4AF0-B876-0F3B7882A6B7}"/>
          </ac:spMkLst>
        </pc:spChg>
        <pc:spChg chg="ad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47" creationId="{C1C8C023-62A6-4DA0-8DF4-3F4EA94090DE}"/>
          </ac:spMkLst>
        </pc:spChg>
        <pc:spChg chg="add">
          <ac:chgData name="Kavaliauskaite, Kami" userId="98a1dc19-4d04-4cdb-8f71-220147cddd0b" providerId="ADAL" clId="{9D60128F-794A-4C9A-8222-2126156AAB55}" dt="2025-11-20T10:39:47.104" v="3376" actId="26606"/>
          <ac:spMkLst>
            <pc:docMk/>
            <pc:sldMk cId="2498900073" sldId="259"/>
            <ac:spMk id="49" creationId="{26B9FE07-322E-43FB-8707-C9826BD903EB}"/>
          </ac:spMkLst>
        </pc:spChg>
        <pc:grpChg chg="add">
          <ac:chgData name="Kavaliauskaite, Kami" userId="98a1dc19-4d04-4cdb-8f71-220147cddd0b" providerId="ADAL" clId="{9D60128F-794A-4C9A-8222-2126156AAB55}" dt="2025-11-20T10:39:47.104" v="3376" actId="26606"/>
          <ac:grpSpMkLst>
            <pc:docMk/>
            <pc:sldMk cId="2498900073" sldId="259"/>
            <ac:grpSpMk id="13" creationId="{183CFBA6-CE65-403A-9402-96B75FC89916}"/>
          </ac:grpSpMkLst>
        </pc:grpChg>
        <pc:grpChg chg="add">
          <ac:chgData name="Kavaliauskaite, Kami" userId="98a1dc19-4d04-4cdb-8f71-220147cddd0b" providerId="ADAL" clId="{9D60128F-794A-4C9A-8222-2126156AAB55}" dt="2025-11-20T10:39:47.104" v="3376" actId="26606"/>
          <ac:grpSpMkLst>
            <pc:docMk/>
            <pc:sldMk cId="2498900073" sldId="259"/>
            <ac:grpSpMk id="27" creationId="{C1BC7BDB-967A-4559-AA14-041BCB872DFF}"/>
          </ac:grpSpMkLst>
        </pc:grpChg>
        <pc:graphicFrameChg chg="add">
          <ac:chgData name="Kavaliauskaite, Kami" userId="98a1dc19-4d04-4cdb-8f71-220147cddd0b" providerId="ADAL" clId="{9D60128F-794A-4C9A-8222-2126156AAB55}" dt="2025-11-20T10:39:47.104" v="3376" actId="26606"/>
          <ac:graphicFrameMkLst>
            <pc:docMk/>
            <pc:sldMk cId="2498900073" sldId="259"/>
            <ac:graphicFrameMk id="26" creationId="{D0A48AF1-2A53-17BB-29C5-217EF9898358}"/>
          </ac:graphicFrameMkLst>
        </pc:graphicFrameChg>
        <pc:picChg chg="add del mod ord">
          <ac:chgData name="Kavaliauskaite, Kami" userId="98a1dc19-4d04-4cdb-8f71-220147cddd0b" providerId="ADAL" clId="{9D60128F-794A-4C9A-8222-2126156AAB55}" dt="2025-11-20T06:57:45.716" v="3001" actId="478"/>
          <ac:picMkLst>
            <pc:docMk/>
            <pc:sldMk cId="2498900073" sldId="259"/>
            <ac:picMk id="8" creationId="{959884F1-64E1-170E-9E46-CA8804EF38DA}"/>
          </ac:picMkLst>
        </pc:picChg>
        <pc:picChg chg="add del mod">
          <ac:chgData name="Kavaliauskaite, Kami" userId="98a1dc19-4d04-4cdb-8f71-220147cddd0b" providerId="ADAL" clId="{9D60128F-794A-4C9A-8222-2126156AAB55}" dt="2025-11-20T06:57:46.548" v="3002" actId="478"/>
          <ac:picMkLst>
            <pc:docMk/>
            <pc:sldMk cId="2498900073" sldId="259"/>
            <ac:picMk id="9" creationId="{E5B19A29-ABA0-AB67-91D3-173586FD8FCD}"/>
          </ac:picMkLst>
        </pc:picChg>
      </pc:sldChg>
      <pc:sldChg chg="addSp delSp modSp new mod ord modClrScheme chgLayout">
        <pc:chgData name="Kavaliauskaite, Kami" userId="98a1dc19-4d04-4cdb-8f71-220147cddd0b" providerId="ADAL" clId="{9D60128F-794A-4C9A-8222-2126156AAB55}" dt="2025-11-20T07:02:57.147" v="3034"/>
        <pc:sldMkLst>
          <pc:docMk/>
          <pc:sldMk cId="2707938700" sldId="260"/>
        </pc:sldMkLst>
        <pc:spChg chg="mod ord">
          <ac:chgData name="Kavaliauskaite, Kami" userId="98a1dc19-4d04-4cdb-8f71-220147cddd0b" providerId="ADAL" clId="{9D60128F-794A-4C9A-8222-2126156AAB55}" dt="2025-11-14T15:48:47.550" v="2754"/>
          <ac:spMkLst>
            <pc:docMk/>
            <pc:sldMk cId="2707938700" sldId="260"/>
            <ac:spMk id="2" creationId="{D7E5F669-D1F8-6013-5AA6-315EDFCD93DC}"/>
          </ac:spMkLst>
        </pc:spChg>
        <pc:spChg chg="add mod ord">
          <ac:chgData name="Kavaliauskaite, Kami" userId="98a1dc19-4d04-4cdb-8f71-220147cddd0b" providerId="ADAL" clId="{9D60128F-794A-4C9A-8222-2126156AAB55}" dt="2025-11-14T15:48:24.641" v="2748" actId="27636"/>
          <ac:spMkLst>
            <pc:docMk/>
            <pc:sldMk cId="2707938700" sldId="260"/>
            <ac:spMk id="4" creationId="{C41CA09B-C994-1431-2F20-D39B189C783D}"/>
          </ac:spMkLst>
        </pc:spChg>
        <pc:spChg chg="add mod ord">
          <ac:chgData name="Kavaliauskaite, Kami" userId="98a1dc19-4d04-4cdb-8f71-220147cddd0b" providerId="ADAL" clId="{9D60128F-794A-4C9A-8222-2126156AAB55}" dt="2025-11-14T16:36:56.161" v="2899" actId="20577"/>
          <ac:spMkLst>
            <pc:docMk/>
            <pc:sldMk cId="2707938700" sldId="260"/>
            <ac:spMk id="5" creationId="{25ED19FC-BE4C-15B1-DAEC-F75027D4E48C}"/>
          </ac:spMkLst>
        </pc:spChg>
        <pc:spChg chg="add mod ord">
          <ac:chgData name="Kavaliauskaite, Kami" userId="98a1dc19-4d04-4cdb-8f71-220147cddd0b" providerId="ADAL" clId="{9D60128F-794A-4C9A-8222-2126156AAB55}" dt="2025-11-14T15:48:47.550" v="2754"/>
          <ac:spMkLst>
            <pc:docMk/>
            <pc:sldMk cId="2707938700" sldId="260"/>
            <ac:spMk id="6" creationId="{BA3FC500-1DB4-7FBD-6E37-F2AA91BCF089}"/>
          </ac:spMkLst>
        </pc:spChg>
        <pc:spChg chg="add mod ord">
          <ac:chgData name="Kavaliauskaite, Kami" userId="98a1dc19-4d04-4cdb-8f71-220147cddd0b" providerId="ADAL" clId="{9D60128F-794A-4C9A-8222-2126156AAB55}" dt="2025-11-14T15:48:47.550" v="2754"/>
          <ac:spMkLst>
            <pc:docMk/>
            <pc:sldMk cId="2707938700" sldId="260"/>
            <ac:spMk id="7" creationId="{BBF5B0D2-1F23-14FD-B952-32A7C1D7A56A}"/>
          </ac:spMkLst>
        </pc:spChg>
      </pc:sldChg>
      <pc:sldChg chg="addSp delSp modSp new mod modClrScheme chgLayout">
        <pc:chgData name="Kavaliauskaite, Kami" userId="98a1dc19-4d04-4cdb-8f71-220147cddd0b" providerId="ADAL" clId="{9D60128F-794A-4C9A-8222-2126156AAB55}" dt="2025-11-20T07:01:10.952" v="3029" actId="1076"/>
        <pc:sldMkLst>
          <pc:docMk/>
          <pc:sldMk cId="1202298847" sldId="261"/>
        </pc:sldMkLst>
        <pc:spChg chg="mod ord">
          <ac:chgData name="Kavaliauskaite, Kami" userId="98a1dc19-4d04-4cdb-8f71-220147cddd0b" providerId="ADAL" clId="{9D60128F-794A-4C9A-8222-2126156AAB55}" dt="2025-11-14T15:49:08.074" v="2756" actId="1076"/>
          <ac:spMkLst>
            <pc:docMk/>
            <pc:sldMk cId="1202298847" sldId="261"/>
            <ac:spMk id="2" creationId="{3D730146-5915-91EF-21B4-95B62BA03B01}"/>
          </ac:spMkLst>
        </pc:spChg>
        <pc:spChg chg="add del mod">
          <ac:chgData name="Kavaliauskaite, Kami" userId="98a1dc19-4d04-4cdb-8f71-220147cddd0b" providerId="ADAL" clId="{9D60128F-794A-4C9A-8222-2126156AAB55}" dt="2025-11-20T07:00:55.153" v="3028" actId="21"/>
          <ac:spMkLst>
            <pc:docMk/>
            <pc:sldMk cId="1202298847" sldId="261"/>
            <ac:spMk id="4" creationId="{7B832609-94CD-7CAD-681A-32CB2F597E0B}"/>
          </ac:spMkLst>
        </pc:spChg>
        <pc:picChg chg="add mod">
          <ac:chgData name="Kavaliauskaite, Kami" userId="98a1dc19-4d04-4cdb-8f71-220147cddd0b" providerId="ADAL" clId="{9D60128F-794A-4C9A-8222-2126156AAB55}" dt="2025-11-20T07:01:10.952" v="3029" actId="1076"/>
          <ac:picMkLst>
            <pc:docMk/>
            <pc:sldMk cId="1202298847" sldId="261"/>
            <ac:picMk id="5" creationId="{30623FCB-94FE-EDA9-BD53-2ECC498342BA}"/>
          </ac:picMkLst>
        </pc:picChg>
        <pc:picChg chg="add del mod">
          <ac:chgData name="Kavaliauskaite, Kami" userId="98a1dc19-4d04-4cdb-8f71-220147cddd0b" providerId="ADAL" clId="{9D60128F-794A-4C9A-8222-2126156AAB55}" dt="2025-11-20T07:00:25.722" v="3024" actId="478"/>
          <ac:picMkLst>
            <pc:docMk/>
            <pc:sldMk cId="1202298847" sldId="261"/>
            <ac:picMk id="9" creationId="{D7FBC766-2B70-5026-6865-A094FB28F0A8}"/>
          </ac:picMkLst>
        </pc:picChg>
      </pc:sldChg>
      <pc:sldChg chg="addSp modSp new mod">
        <pc:chgData name="Kavaliauskaite, Kami" userId="98a1dc19-4d04-4cdb-8f71-220147cddd0b" providerId="ADAL" clId="{9D60128F-794A-4C9A-8222-2126156AAB55}" dt="2025-11-20T06:59:25.006" v="3023" actId="14100"/>
        <pc:sldMkLst>
          <pc:docMk/>
          <pc:sldMk cId="2037609493" sldId="262"/>
        </pc:sldMkLst>
        <pc:picChg chg="add mod">
          <ac:chgData name="Kavaliauskaite, Kami" userId="98a1dc19-4d04-4cdb-8f71-220147cddd0b" providerId="ADAL" clId="{9D60128F-794A-4C9A-8222-2126156AAB55}" dt="2025-11-20T06:59:25.006" v="3023" actId="14100"/>
          <ac:picMkLst>
            <pc:docMk/>
            <pc:sldMk cId="2037609493" sldId="262"/>
            <ac:picMk id="7" creationId="{EC83DEEF-17EA-07AD-0F74-1F635406838F}"/>
          </ac:picMkLst>
        </pc:picChg>
      </pc:sldChg>
      <pc:sldChg chg="addSp delSp modSp new mod ord modTransition modClrScheme modAnim chgLayout">
        <pc:chgData name="Kavaliauskaite, Kami" userId="98a1dc19-4d04-4cdb-8f71-220147cddd0b" providerId="ADAL" clId="{9D60128F-794A-4C9A-8222-2126156AAB55}" dt="2025-11-20T11:47:03.325" v="3525" actId="14100"/>
        <pc:sldMkLst>
          <pc:docMk/>
          <pc:sldMk cId="1787060343" sldId="263"/>
        </pc:sldMkLst>
        <pc:spChg chg="add del mod ord">
          <ac:chgData name="Kavaliauskaite, Kami" userId="98a1dc19-4d04-4cdb-8f71-220147cddd0b" providerId="ADAL" clId="{9D60128F-794A-4C9A-8222-2126156AAB55}" dt="2025-11-20T07:29:05.111" v="3152" actId="700"/>
          <ac:spMkLst>
            <pc:docMk/>
            <pc:sldMk cId="1787060343" sldId="263"/>
            <ac:spMk id="2" creationId="{6B7316A7-EF24-8834-C61B-1FADF3261C97}"/>
          </ac:spMkLst>
        </pc:spChg>
        <pc:spChg chg="del">
          <ac:chgData name="Kavaliauskaite, Kami" userId="98a1dc19-4d04-4cdb-8f71-220147cddd0b" providerId="ADAL" clId="{9D60128F-794A-4C9A-8222-2126156AAB55}" dt="2025-11-20T07:12:30.396" v="3038"/>
          <ac:spMkLst>
            <pc:docMk/>
            <pc:sldMk cId="1787060343" sldId="263"/>
            <ac:spMk id="3" creationId="{092D898E-D51F-26AD-F342-B414FDABC6CD}"/>
          </ac:spMkLst>
        </pc:spChg>
        <pc:spChg chg="add del mod ord">
          <ac:chgData name="Kavaliauskaite, Kami" userId="98a1dc19-4d04-4cdb-8f71-220147cddd0b" providerId="ADAL" clId="{9D60128F-794A-4C9A-8222-2126156AAB55}" dt="2025-11-20T07:28:52.411" v="3151" actId="700"/>
          <ac:spMkLst>
            <pc:docMk/>
            <pc:sldMk cId="1787060343" sldId="263"/>
            <ac:spMk id="6" creationId="{3B707C5C-F082-2F9B-7DFA-ECA2D9E0CE6A}"/>
          </ac:spMkLst>
        </pc:spChg>
        <pc:spChg chg="add del mod ord">
          <ac:chgData name="Kavaliauskaite, Kami" userId="98a1dc19-4d04-4cdb-8f71-220147cddd0b" providerId="ADAL" clId="{9D60128F-794A-4C9A-8222-2126156AAB55}" dt="2025-11-20T07:28:52.411" v="3151" actId="700"/>
          <ac:spMkLst>
            <pc:docMk/>
            <pc:sldMk cId="1787060343" sldId="263"/>
            <ac:spMk id="7" creationId="{B1B9967F-6EB5-AE1E-C3CE-21DDFA57C727}"/>
          </ac:spMkLst>
        </pc:spChg>
        <pc:spChg chg="add mod ord">
          <ac:chgData name="Kavaliauskaite, Kami" userId="98a1dc19-4d04-4cdb-8f71-220147cddd0b" providerId="ADAL" clId="{9D60128F-794A-4C9A-8222-2126156AAB55}" dt="2025-11-20T07:30:25.632" v="3185" actId="1076"/>
          <ac:spMkLst>
            <pc:docMk/>
            <pc:sldMk cId="1787060343" sldId="263"/>
            <ac:spMk id="8" creationId="{4512EE05-605C-1C1A-0D9C-7A95E3DC93C8}"/>
          </ac:spMkLst>
        </pc:spChg>
        <pc:picChg chg="add del mod ord">
          <ac:chgData name="Kavaliauskaite, Kami" userId="98a1dc19-4d04-4cdb-8f71-220147cddd0b" providerId="ADAL" clId="{9D60128F-794A-4C9A-8222-2126156AAB55}" dt="2025-11-20T11:43:04.249" v="3514" actId="478"/>
          <ac:picMkLst>
            <pc:docMk/>
            <pc:sldMk cId="1787060343" sldId="263"/>
            <ac:picMk id="5" creationId="{5E3AF828-E02A-B828-32A4-608BA2670701}"/>
          </ac:picMkLst>
        </pc:picChg>
        <pc:picChg chg="add del mod">
          <ac:chgData name="Kavaliauskaite, Kami" userId="98a1dc19-4d04-4cdb-8f71-220147cddd0b" providerId="ADAL" clId="{9D60128F-794A-4C9A-8222-2126156AAB55}" dt="2025-11-20T11:46:56.489" v="3521" actId="478"/>
          <ac:picMkLst>
            <pc:docMk/>
            <pc:sldMk cId="1787060343" sldId="263"/>
            <ac:picMk id="12" creationId="{77EF4B6D-D0C6-1B82-019F-DDCF039B6425}"/>
          </ac:picMkLst>
        </pc:picChg>
        <pc:picChg chg="add del mod">
          <ac:chgData name="Kavaliauskaite, Kami" userId="98a1dc19-4d04-4cdb-8f71-220147cddd0b" providerId="ADAL" clId="{9D60128F-794A-4C9A-8222-2126156AAB55}" dt="2025-11-20T11:46:39.521" v="3520"/>
          <ac:picMkLst>
            <pc:docMk/>
            <pc:sldMk cId="1787060343" sldId="263"/>
            <ac:picMk id="16" creationId="{F5017CB7-84E0-9E0E-86EF-D2DC6FBF90A4}"/>
          </ac:picMkLst>
        </pc:picChg>
        <pc:picChg chg="add mod">
          <ac:chgData name="Kavaliauskaite, Kami" userId="98a1dc19-4d04-4cdb-8f71-220147cddd0b" providerId="ADAL" clId="{9D60128F-794A-4C9A-8222-2126156AAB55}" dt="2025-11-20T11:47:03.325" v="3525" actId="14100"/>
          <ac:picMkLst>
            <pc:docMk/>
            <pc:sldMk cId="1787060343" sldId="263"/>
            <ac:picMk id="21" creationId="{C1CC5A1B-D87B-3477-40A4-858C159EC8B6}"/>
          </ac:picMkLst>
        </pc:picChg>
        <pc:inkChg chg="add del">
          <ac:chgData name="Kavaliauskaite, Kami" userId="98a1dc19-4d04-4cdb-8f71-220147cddd0b" providerId="ADAL" clId="{9D60128F-794A-4C9A-8222-2126156AAB55}" dt="2025-11-20T11:46:39.521" v="3520"/>
          <ac:inkMkLst>
            <pc:docMk/>
            <pc:sldMk cId="1787060343" sldId="263"/>
            <ac:inkMk id="15" creationId="{6A2AA60B-7247-5DE2-A512-C29F46B6C424}"/>
          </ac:inkMkLst>
        </pc:inkChg>
      </pc:sldChg>
      <pc:sldChg chg="addSp delSp modSp new mod ord modClrScheme chgLayout">
        <pc:chgData name="Kavaliauskaite, Kami" userId="98a1dc19-4d04-4cdb-8f71-220147cddd0b" providerId="ADAL" clId="{9D60128F-794A-4C9A-8222-2126156AAB55}" dt="2025-11-20T10:21:44.996" v="3218"/>
        <pc:sldMkLst>
          <pc:docMk/>
          <pc:sldMk cId="3211770037" sldId="264"/>
        </pc:sldMkLst>
        <pc:spChg chg="del">
          <ac:chgData name="Kavaliauskaite, Kami" userId="98a1dc19-4d04-4cdb-8f71-220147cddd0b" providerId="ADAL" clId="{9D60128F-794A-4C9A-8222-2126156AAB55}" dt="2025-11-20T07:15:27.038" v="3050" actId="478"/>
          <ac:spMkLst>
            <pc:docMk/>
            <pc:sldMk cId="3211770037" sldId="264"/>
            <ac:spMk id="2" creationId="{99431747-F4FD-0B47-8F71-3879B1DC1985}"/>
          </ac:spMkLst>
        </pc:spChg>
        <pc:spChg chg="del">
          <ac:chgData name="Kavaliauskaite, Kami" userId="98a1dc19-4d04-4cdb-8f71-220147cddd0b" providerId="ADAL" clId="{9D60128F-794A-4C9A-8222-2126156AAB55}" dt="2025-11-20T07:15:16.667" v="3045"/>
          <ac:spMkLst>
            <pc:docMk/>
            <pc:sldMk cId="3211770037" sldId="264"/>
            <ac:spMk id="3" creationId="{292D7B81-A93D-0799-C706-D2B468FBE8DD}"/>
          </ac:spMkLst>
        </pc:spChg>
        <pc:spChg chg="add mod ord">
          <ac:chgData name="Kavaliauskaite, Kami" userId="98a1dc19-4d04-4cdb-8f71-220147cddd0b" providerId="ADAL" clId="{9D60128F-794A-4C9A-8222-2126156AAB55}" dt="2025-11-20T07:31:38.638" v="3200" actId="14100"/>
          <ac:spMkLst>
            <pc:docMk/>
            <pc:sldMk cId="3211770037" sldId="264"/>
            <ac:spMk id="6" creationId="{E0B657A6-6466-B78C-7782-0903A9619A90}"/>
          </ac:spMkLst>
        </pc:spChg>
        <pc:picChg chg="add mod ord">
          <ac:chgData name="Kavaliauskaite, Kami" userId="98a1dc19-4d04-4cdb-8f71-220147cddd0b" providerId="ADAL" clId="{9D60128F-794A-4C9A-8222-2126156AAB55}" dt="2025-11-20T07:30:54.501" v="3192" actId="1076"/>
          <ac:picMkLst>
            <pc:docMk/>
            <pc:sldMk cId="3211770037" sldId="264"/>
            <ac:picMk id="5" creationId="{DE9DE088-F4AC-7602-C601-9108264C8908}"/>
          </ac:picMkLst>
        </pc:picChg>
      </pc:sldChg>
      <pc:sldChg chg="modSp new del mod">
        <pc:chgData name="Kavaliauskaite, Kami" userId="98a1dc19-4d04-4cdb-8f71-220147cddd0b" providerId="ADAL" clId="{9D60128F-794A-4C9A-8222-2126156AAB55}" dt="2025-11-20T07:28:04.842" v="3148" actId="2696"/>
        <pc:sldMkLst>
          <pc:docMk/>
          <pc:sldMk cId="844573121" sldId="265"/>
        </pc:sldMkLst>
        <pc:spChg chg="mod">
          <ac:chgData name="Kavaliauskaite, Kami" userId="98a1dc19-4d04-4cdb-8f71-220147cddd0b" providerId="ADAL" clId="{9D60128F-794A-4C9A-8222-2126156AAB55}" dt="2025-11-20T07:27:57.679" v="3147" actId="20577"/>
          <ac:spMkLst>
            <pc:docMk/>
            <pc:sldMk cId="844573121" sldId="265"/>
            <ac:spMk id="2" creationId="{D1A93A25-71E7-A8DD-45B7-706FB9C5B7A0}"/>
          </ac:spMkLst>
        </pc:spChg>
      </pc:sldChg>
      <pc:sldChg chg="addSp modSp new mod ord">
        <pc:chgData name="Kavaliauskaite, Kami" userId="98a1dc19-4d04-4cdb-8f71-220147cddd0b" providerId="ADAL" clId="{9D60128F-794A-4C9A-8222-2126156AAB55}" dt="2025-11-20T10:21:46.673" v="3220"/>
        <pc:sldMkLst>
          <pc:docMk/>
          <pc:sldMk cId="3995255540" sldId="265"/>
        </pc:sldMkLst>
        <pc:spChg chg="mod">
          <ac:chgData name="Kavaliauskaite, Kami" userId="98a1dc19-4d04-4cdb-8f71-220147cddd0b" providerId="ADAL" clId="{9D60128F-794A-4C9A-8222-2126156AAB55}" dt="2025-11-20T07:49:28.261" v="3209" actId="1076"/>
          <ac:spMkLst>
            <pc:docMk/>
            <pc:sldMk cId="3995255540" sldId="265"/>
            <ac:spMk id="2" creationId="{CC42E508-45AF-F162-8ECF-CC820D05C9BE}"/>
          </ac:spMkLst>
        </pc:spChg>
        <pc:picChg chg="add mod">
          <ac:chgData name="Kavaliauskaite, Kami" userId="98a1dc19-4d04-4cdb-8f71-220147cddd0b" providerId="ADAL" clId="{9D60128F-794A-4C9A-8222-2126156AAB55}" dt="2025-11-20T07:49:40.031" v="3214" actId="1076"/>
          <ac:picMkLst>
            <pc:docMk/>
            <pc:sldMk cId="3995255540" sldId="265"/>
            <ac:picMk id="4" creationId="{7B706C3B-0D2E-D934-1177-DCA8F01BEED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C006FE-5572-4C08-A7F6-0CB95624FC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7044CF-6CC8-44E1-B1B8-8B3A577646F5}">
      <dgm:prSet/>
      <dgm:spPr/>
      <dgm:t>
        <a:bodyPr/>
        <a:lstStyle/>
        <a:p>
          <a:r>
            <a:rPr lang="en-GB"/>
            <a:t>Project infrastructure – GitHub, Notion, OneDrive.</a:t>
          </a:r>
          <a:endParaRPr lang="en-US"/>
        </a:p>
      </dgm:t>
    </dgm:pt>
    <dgm:pt modelId="{853BF14C-853D-4622-95C4-55504E23D258}" type="parTrans" cxnId="{21D33832-F24E-426E-8E1B-9BA3DD86F55A}">
      <dgm:prSet/>
      <dgm:spPr/>
      <dgm:t>
        <a:bodyPr/>
        <a:lstStyle/>
        <a:p>
          <a:endParaRPr lang="en-US"/>
        </a:p>
      </dgm:t>
    </dgm:pt>
    <dgm:pt modelId="{61342A6C-9096-4B56-B85B-C762645B9510}" type="sibTrans" cxnId="{21D33832-F24E-426E-8E1B-9BA3DD86F55A}">
      <dgm:prSet/>
      <dgm:spPr/>
      <dgm:t>
        <a:bodyPr/>
        <a:lstStyle/>
        <a:p>
          <a:endParaRPr lang="en-US"/>
        </a:p>
      </dgm:t>
    </dgm:pt>
    <dgm:pt modelId="{583EBBD6-B225-444A-A613-CEF2D6AE6BA7}">
      <dgm:prSet/>
      <dgm:spPr/>
      <dgm:t>
        <a:bodyPr/>
        <a:lstStyle/>
        <a:p>
          <a:r>
            <a:rPr lang="en-GB"/>
            <a:t>Cognitive studies research on memorability</a:t>
          </a:r>
          <a:endParaRPr lang="en-US"/>
        </a:p>
      </dgm:t>
    </dgm:pt>
    <dgm:pt modelId="{941D5DC3-1736-4190-B435-75556ACCA736}" type="parTrans" cxnId="{D4093680-1154-4E3E-B465-02FFCDF675FD}">
      <dgm:prSet/>
      <dgm:spPr/>
      <dgm:t>
        <a:bodyPr/>
        <a:lstStyle/>
        <a:p>
          <a:endParaRPr lang="en-US"/>
        </a:p>
      </dgm:t>
    </dgm:pt>
    <dgm:pt modelId="{949E165B-C446-4326-A31B-67F226B45093}" type="sibTrans" cxnId="{D4093680-1154-4E3E-B465-02FFCDF675FD}">
      <dgm:prSet/>
      <dgm:spPr/>
      <dgm:t>
        <a:bodyPr/>
        <a:lstStyle/>
        <a:p>
          <a:endParaRPr lang="en-US"/>
        </a:p>
      </dgm:t>
    </dgm:pt>
    <dgm:pt modelId="{B492425A-13CF-4967-BB13-004A98AA494B}">
      <dgm:prSet/>
      <dgm:spPr/>
      <dgm:t>
        <a:bodyPr/>
        <a:lstStyle/>
        <a:p>
          <a:r>
            <a:rPr lang="en-GB"/>
            <a:t>Algorithmic research </a:t>
          </a:r>
          <a:endParaRPr lang="en-US"/>
        </a:p>
      </dgm:t>
    </dgm:pt>
    <dgm:pt modelId="{E06EFA81-2AC8-44CD-99BD-469238E40D42}" type="parTrans" cxnId="{1A7FD2DF-4B04-4B40-B5F5-E0D0A8514CE7}">
      <dgm:prSet/>
      <dgm:spPr/>
      <dgm:t>
        <a:bodyPr/>
        <a:lstStyle/>
        <a:p>
          <a:endParaRPr lang="en-US"/>
        </a:p>
      </dgm:t>
    </dgm:pt>
    <dgm:pt modelId="{7F5A7275-1859-4D87-9F8F-B4E8B18CB092}" type="sibTrans" cxnId="{1A7FD2DF-4B04-4B40-B5F5-E0D0A8514CE7}">
      <dgm:prSet/>
      <dgm:spPr/>
      <dgm:t>
        <a:bodyPr/>
        <a:lstStyle/>
        <a:p>
          <a:endParaRPr lang="en-US"/>
        </a:p>
      </dgm:t>
    </dgm:pt>
    <dgm:pt modelId="{AAD27DC9-55B7-47C5-A95F-682F46A5969F}">
      <dgm:prSet/>
      <dgm:spPr/>
      <dgm:t>
        <a:bodyPr/>
        <a:lstStyle/>
        <a:p>
          <a:r>
            <a:rPr lang="en-GB"/>
            <a:t>System architecture research on modularity</a:t>
          </a:r>
          <a:endParaRPr lang="en-US"/>
        </a:p>
      </dgm:t>
    </dgm:pt>
    <dgm:pt modelId="{C715C95B-7315-41F1-9790-E70A2E5F1CF8}" type="parTrans" cxnId="{DF1122E3-3E7F-4B31-86D5-F548E2E9AB52}">
      <dgm:prSet/>
      <dgm:spPr/>
      <dgm:t>
        <a:bodyPr/>
        <a:lstStyle/>
        <a:p>
          <a:endParaRPr lang="en-US"/>
        </a:p>
      </dgm:t>
    </dgm:pt>
    <dgm:pt modelId="{5CB99BB4-87CC-4148-87D8-CE2CB13211BE}" type="sibTrans" cxnId="{DF1122E3-3E7F-4B31-86D5-F548E2E9AB52}">
      <dgm:prSet/>
      <dgm:spPr/>
      <dgm:t>
        <a:bodyPr/>
        <a:lstStyle/>
        <a:p>
          <a:endParaRPr lang="en-US"/>
        </a:p>
      </dgm:t>
    </dgm:pt>
    <dgm:pt modelId="{968E3A0C-2A85-4181-B799-FB09DCFFC12A}">
      <dgm:prSet/>
      <dgm:spPr/>
      <dgm:t>
        <a:bodyPr/>
        <a:lstStyle/>
        <a:p>
          <a:r>
            <a:rPr lang="en-GB" dirty="0"/>
            <a:t>Functional and non-functional requirements</a:t>
          </a:r>
          <a:endParaRPr lang="en-US" dirty="0"/>
        </a:p>
      </dgm:t>
    </dgm:pt>
    <dgm:pt modelId="{5422AAC0-1A3D-481E-B381-C8D159777630}" type="parTrans" cxnId="{F4D91FCE-DF3C-4CF3-9C4F-EEA3BAA3D546}">
      <dgm:prSet/>
      <dgm:spPr/>
      <dgm:t>
        <a:bodyPr/>
        <a:lstStyle/>
        <a:p>
          <a:endParaRPr lang="en-US"/>
        </a:p>
      </dgm:t>
    </dgm:pt>
    <dgm:pt modelId="{DAD0E4D0-2016-4965-B51E-0DBFD4197CEE}" type="sibTrans" cxnId="{F4D91FCE-DF3C-4CF3-9C4F-EEA3BAA3D546}">
      <dgm:prSet/>
      <dgm:spPr/>
      <dgm:t>
        <a:bodyPr/>
        <a:lstStyle/>
        <a:p>
          <a:endParaRPr lang="en-US"/>
        </a:p>
      </dgm:t>
    </dgm:pt>
    <dgm:pt modelId="{5AE2DAD4-F0AA-4D85-B7A4-D9450A6E5D4C}" type="pres">
      <dgm:prSet presAssocID="{88C006FE-5572-4C08-A7F6-0CB95624FCA2}" presName="root" presStyleCnt="0">
        <dgm:presLayoutVars>
          <dgm:dir/>
          <dgm:resizeHandles val="exact"/>
        </dgm:presLayoutVars>
      </dgm:prSet>
      <dgm:spPr/>
    </dgm:pt>
    <dgm:pt modelId="{00FDEF48-736A-4F68-830A-9D75528628E1}" type="pres">
      <dgm:prSet presAssocID="{487044CF-6CC8-44E1-B1B8-8B3A577646F5}" presName="compNode" presStyleCnt="0"/>
      <dgm:spPr/>
    </dgm:pt>
    <dgm:pt modelId="{D54F2632-662C-42FC-AF67-B4BEE83E92A1}" type="pres">
      <dgm:prSet presAssocID="{487044CF-6CC8-44E1-B1B8-8B3A577646F5}" presName="bgRect" presStyleLbl="bgShp" presStyleIdx="0" presStyleCnt="5"/>
      <dgm:spPr/>
    </dgm:pt>
    <dgm:pt modelId="{BF10D3C2-E1A0-47D6-B3D2-0470F1EB6053}" type="pres">
      <dgm:prSet presAssocID="{487044CF-6CC8-44E1-B1B8-8B3A577646F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504F757-20E0-4FB0-AB88-8262B550F911}" type="pres">
      <dgm:prSet presAssocID="{487044CF-6CC8-44E1-B1B8-8B3A577646F5}" presName="spaceRect" presStyleCnt="0"/>
      <dgm:spPr/>
    </dgm:pt>
    <dgm:pt modelId="{434AA0CC-6BC1-4C2D-846C-062D5307C574}" type="pres">
      <dgm:prSet presAssocID="{487044CF-6CC8-44E1-B1B8-8B3A577646F5}" presName="parTx" presStyleLbl="revTx" presStyleIdx="0" presStyleCnt="5">
        <dgm:presLayoutVars>
          <dgm:chMax val="0"/>
          <dgm:chPref val="0"/>
        </dgm:presLayoutVars>
      </dgm:prSet>
      <dgm:spPr/>
    </dgm:pt>
    <dgm:pt modelId="{E0C8225C-4C0E-4C4E-BC34-F59B223531DF}" type="pres">
      <dgm:prSet presAssocID="{61342A6C-9096-4B56-B85B-C762645B9510}" presName="sibTrans" presStyleCnt="0"/>
      <dgm:spPr/>
    </dgm:pt>
    <dgm:pt modelId="{B07DBA26-74AE-4D41-A378-0B00086A881F}" type="pres">
      <dgm:prSet presAssocID="{583EBBD6-B225-444A-A613-CEF2D6AE6BA7}" presName="compNode" presStyleCnt="0"/>
      <dgm:spPr/>
    </dgm:pt>
    <dgm:pt modelId="{92E63CF6-623F-4371-9CCE-0CF0E4ACE28F}" type="pres">
      <dgm:prSet presAssocID="{583EBBD6-B225-444A-A613-CEF2D6AE6BA7}" presName="bgRect" presStyleLbl="bgShp" presStyleIdx="1" presStyleCnt="5"/>
      <dgm:spPr/>
    </dgm:pt>
    <dgm:pt modelId="{C2C74FE0-DC58-423E-A2BD-9AEABD04BDA2}" type="pres">
      <dgm:prSet presAssocID="{583EBBD6-B225-444A-A613-CEF2D6AE6BA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CC6322F-7289-4BE1-9EFF-D6C06972B5AD}" type="pres">
      <dgm:prSet presAssocID="{583EBBD6-B225-444A-A613-CEF2D6AE6BA7}" presName="spaceRect" presStyleCnt="0"/>
      <dgm:spPr/>
    </dgm:pt>
    <dgm:pt modelId="{CB4AE53A-DBB4-4C39-B9BC-743BEB004382}" type="pres">
      <dgm:prSet presAssocID="{583EBBD6-B225-444A-A613-CEF2D6AE6BA7}" presName="parTx" presStyleLbl="revTx" presStyleIdx="1" presStyleCnt="5">
        <dgm:presLayoutVars>
          <dgm:chMax val="0"/>
          <dgm:chPref val="0"/>
        </dgm:presLayoutVars>
      </dgm:prSet>
      <dgm:spPr/>
    </dgm:pt>
    <dgm:pt modelId="{A74FA0BD-D1BA-4EC6-ACD0-A590C43FBDB0}" type="pres">
      <dgm:prSet presAssocID="{949E165B-C446-4326-A31B-67F226B45093}" presName="sibTrans" presStyleCnt="0"/>
      <dgm:spPr/>
    </dgm:pt>
    <dgm:pt modelId="{FFB6372E-0326-4822-8722-16F0FDBC75D0}" type="pres">
      <dgm:prSet presAssocID="{B492425A-13CF-4967-BB13-004A98AA494B}" presName="compNode" presStyleCnt="0"/>
      <dgm:spPr/>
    </dgm:pt>
    <dgm:pt modelId="{5304C1D5-5226-4270-AD5C-B5A068661E35}" type="pres">
      <dgm:prSet presAssocID="{B492425A-13CF-4967-BB13-004A98AA494B}" presName="bgRect" presStyleLbl="bgShp" presStyleIdx="2" presStyleCnt="5"/>
      <dgm:spPr/>
    </dgm:pt>
    <dgm:pt modelId="{0C902D2C-28BD-4BC3-B900-67910038D674}" type="pres">
      <dgm:prSet presAssocID="{B492425A-13CF-4967-BB13-004A98AA494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B5D9418-9E34-497C-A754-05ADF0CA294B}" type="pres">
      <dgm:prSet presAssocID="{B492425A-13CF-4967-BB13-004A98AA494B}" presName="spaceRect" presStyleCnt="0"/>
      <dgm:spPr/>
    </dgm:pt>
    <dgm:pt modelId="{5D557E58-A24C-4487-9298-3FBECC0DA6FF}" type="pres">
      <dgm:prSet presAssocID="{B492425A-13CF-4967-BB13-004A98AA494B}" presName="parTx" presStyleLbl="revTx" presStyleIdx="2" presStyleCnt="5">
        <dgm:presLayoutVars>
          <dgm:chMax val="0"/>
          <dgm:chPref val="0"/>
        </dgm:presLayoutVars>
      </dgm:prSet>
      <dgm:spPr/>
    </dgm:pt>
    <dgm:pt modelId="{D2D9F466-9D91-4C7E-963B-CFB4E96FCE60}" type="pres">
      <dgm:prSet presAssocID="{7F5A7275-1859-4D87-9F8F-B4E8B18CB092}" presName="sibTrans" presStyleCnt="0"/>
      <dgm:spPr/>
    </dgm:pt>
    <dgm:pt modelId="{165153F0-A9C2-4CF8-A71B-1A3E90DB66E9}" type="pres">
      <dgm:prSet presAssocID="{AAD27DC9-55B7-47C5-A95F-682F46A5969F}" presName="compNode" presStyleCnt="0"/>
      <dgm:spPr/>
    </dgm:pt>
    <dgm:pt modelId="{0808F5A2-6738-41F5-BF7F-D7F5E2A2890D}" type="pres">
      <dgm:prSet presAssocID="{AAD27DC9-55B7-47C5-A95F-682F46A5969F}" presName="bgRect" presStyleLbl="bgShp" presStyleIdx="3" presStyleCnt="5"/>
      <dgm:spPr/>
    </dgm:pt>
    <dgm:pt modelId="{00DF2DE1-F666-4A3D-9078-29652874CC6B}" type="pres">
      <dgm:prSet presAssocID="{AAD27DC9-55B7-47C5-A95F-682F46A5969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D7A0D74-3D9C-479D-9C70-76987A47E469}" type="pres">
      <dgm:prSet presAssocID="{AAD27DC9-55B7-47C5-A95F-682F46A5969F}" presName="spaceRect" presStyleCnt="0"/>
      <dgm:spPr/>
    </dgm:pt>
    <dgm:pt modelId="{147B1984-6AB9-45F8-BEB4-BD09D47D1C3A}" type="pres">
      <dgm:prSet presAssocID="{AAD27DC9-55B7-47C5-A95F-682F46A5969F}" presName="parTx" presStyleLbl="revTx" presStyleIdx="3" presStyleCnt="5">
        <dgm:presLayoutVars>
          <dgm:chMax val="0"/>
          <dgm:chPref val="0"/>
        </dgm:presLayoutVars>
      </dgm:prSet>
      <dgm:spPr/>
    </dgm:pt>
    <dgm:pt modelId="{4948AAB0-3235-4878-BD4E-B4E82C90AD05}" type="pres">
      <dgm:prSet presAssocID="{5CB99BB4-87CC-4148-87D8-CE2CB13211BE}" presName="sibTrans" presStyleCnt="0"/>
      <dgm:spPr/>
    </dgm:pt>
    <dgm:pt modelId="{384D75F2-9320-4C41-8AC9-C38C84586DED}" type="pres">
      <dgm:prSet presAssocID="{968E3A0C-2A85-4181-B799-FB09DCFFC12A}" presName="compNode" presStyleCnt="0"/>
      <dgm:spPr/>
    </dgm:pt>
    <dgm:pt modelId="{BCD0DDF7-0948-4E8D-BC8B-62553E63EE53}" type="pres">
      <dgm:prSet presAssocID="{968E3A0C-2A85-4181-B799-FB09DCFFC12A}" presName="bgRect" presStyleLbl="bgShp" presStyleIdx="4" presStyleCnt="5"/>
      <dgm:spPr/>
    </dgm:pt>
    <dgm:pt modelId="{6D63E20C-4574-44EC-B5E0-2155F4968ED7}" type="pres">
      <dgm:prSet presAssocID="{968E3A0C-2A85-4181-B799-FB09DCFFC12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E844A2C-7342-4CF8-8C12-A5B66D97CC74}" type="pres">
      <dgm:prSet presAssocID="{968E3A0C-2A85-4181-B799-FB09DCFFC12A}" presName="spaceRect" presStyleCnt="0"/>
      <dgm:spPr/>
    </dgm:pt>
    <dgm:pt modelId="{A8F97CE5-98EE-4FD0-BCAD-9E4499137B10}" type="pres">
      <dgm:prSet presAssocID="{968E3A0C-2A85-4181-B799-FB09DCFFC12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1D33832-F24E-426E-8E1B-9BA3DD86F55A}" srcId="{88C006FE-5572-4C08-A7F6-0CB95624FCA2}" destId="{487044CF-6CC8-44E1-B1B8-8B3A577646F5}" srcOrd="0" destOrd="0" parTransId="{853BF14C-853D-4622-95C4-55504E23D258}" sibTransId="{61342A6C-9096-4B56-B85B-C762645B9510}"/>
    <dgm:cxn modelId="{5E4A4833-A836-4A4B-9D00-09B3A026DDE6}" type="presOf" srcId="{968E3A0C-2A85-4181-B799-FB09DCFFC12A}" destId="{A8F97CE5-98EE-4FD0-BCAD-9E4499137B10}" srcOrd="0" destOrd="0" presId="urn:microsoft.com/office/officeart/2018/2/layout/IconVerticalSolidList"/>
    <dgm:cxn modelId="{B1BCCE35-B2A6-49E4-B9AF-153DC522BEF3}" type="presOf" srcId="{487044CF-6CC8-44E1-B1B8-8B3A577646F5}" destId="{434AA0CC-6BC1-4C2D-846C-062D5307C574}" srcOrd="0" destOrd="0" presId="urn:microsoft.com/office/officeart/2018/2/layout/IconVerticalSolidList"/>
    <dgm:cxn modelId="{8CCA7245-12F3-45C0-B573-65A8633BCE84}" type="presOf" srcId="{AAD27DC9-55B7-47C5-A95F-682F46A5969F}" destId="{147B1984-6AB9-45F8-BEB4-BD09D47D1C3A}" srcOrd="0" destOrd="0" presId="urn:microsoft.com/office/officeart/2018/2/layout/IconVerticalSolidList"/>
    <dgm:cxn modelId="{8DC44C73-9A35-4939-8936-36514D40E2B0}" type="presOf" srcId="{88C006FE-5572-4C08-A7F6-0CB95624FCA2}" destId="{5AE2DAD4-F0AA-4D85-B7A4-D9450A6E5D4C}" srcOrd="0" destOrd="0" presId="urn:microsoft.com/office/officeart/2018/2/layout/IconVerticalSolidList"/>
    <dgm:cxn modelId="{613D217C-77E6-4AD8-93ED-1A7F5D0EE98F}" type="presOf" srcId="{583EBBD6-B225-444A-A613-CEF2D6AE6BA7}" destId="{CB4AE53A-DBB4-4C39-B9BC-743BEB004382}" srcOrd="0" destOrd="0" presId="urn:microsoft.com/office/officeart/2018/2/layout/IconVerticalSolidList"/>
    <dgm:cxn modelId="{D4093680-1154-4E3E-B465-02FFCDF675FD}" srcId="{88C006FE-5572-4C08-A7F6-0CB95624FCA2}" destId="{583EBBD6-B225-444A-A613-CEF2D6AE6BA7}" srcOrd="1" destOrd="0" parTransId="{941D5DC3-1736-4190-B435-75556ACCA736}" sibTransId="{949E165B-C446-4326-A31B-67F226B45093}"/>
    <dgm:cxn modelId="{8AAB0CB5-4B7B-44AF-8F52-444D08B7F75C}" type="presOf" srcId="{B492425A-13CF-4967-BB13-004A98AA494B}" destId="{5D557E58-A24C-4487-9298-3FBECC0DA6FF}" srcOrd="0" destOrd="0" presId="urn:microsoft.com/office/officeart/2018/2/layout/IconVerticalSolidList"/>
    <dgm:cxn modelId="{F4D91FCE-DF3C-4CF3-9C4F-EEA3BAA3D546}" srcId="{88C006FE-5572-4C08-A7F6-0CB95624FCA2}" destId="{968E3A0C-2A85-4181-B799-FB09DCFFC12A}" srcOrd="4" destOrd="0" parTransId="{5422AAC0-1A3D-481E-B381-C8D159777630}" sibTransId="{DAD0E4D0-2016-4965-B51E-0DBFD4197CEE}"/>
    <dgm:cxn modelId="{1A7FD2DF-4B04-4B40-B5F5-E0D0A8514CE7}" srcId="{88C006FE-5572-4C08-A7F6-0CB95624FCA2}" destId="{B492425A-13CF-4967-BB13-004A98AA494B}" srcOrd="2" destOrd="0" parTransId="{E06EFA81-2AC8-44CD-99BD-469238E40D42}" sibTransId="{7F5A7275-1859-4D87-9F8F-B4E8B18CB092}"/>
    <dgm:cxn modelId="{DF1122E3-3E7F-4B31-86D5-F548E2E9AB52}" srcId="{88C006FE-5572-4C08-A7F6-0CB95624FCA2}" destId="{AAD27DC9-55B7-47C5-A95F-682F46A5969F}" srcOrd="3" destOrd="0" parTransId="{C715C95B-7315-41F1-9790-E70A2E5F1CF8}" sibTransId="{5CB99BB4-87CC-4148-87D8-CE2CB13211BE}"/>
    <dgm:cxn modelId="{8165B603-F247-4156-B2B6-6082B0D04EAD}" type="presParOf" srcId="{5AE2DAD4-F0AA-4D85-B7A4-D9450A6E5D4C}" destId="{00FDEF48-736A-4F68-830A-9D75528628E1}" srcOrd="0" destOrd="0" presId="urn:microsoft.com/office/officeart/2018/2/layout/IconVerticalSolidList"/>
    <dgm:cxn modelId="{F76A38D2-468F-4CD0-B797-B32F45E5441C}" type="presParOf" srcId="{00FDEF48-736A-4F68-830A-9D75528628E1}" destId="{D54F2632-662C-42FC-AF67-B4BEE83E92A1}" srcOrd="0" destOrd="0" presId="urn:microsoft.com/office/officeart/2018/2/layout/IconVerticalSolidList"/>
    <dgm:cxn modelId="{0A503378-0CBF-4228-A670-E583DEAB0552}" type="presParOf" srcId="{00FDEF48-736A-4F68-830A-9D75528628E1}" destId="{BF10D3C2-E1A0-47D6-B3D2-0470F1EB6053}" srcOrd="1" destOrd="0" presId="urn:microsoft.com/office/officeart/2018/2/layout/IconVerticalSolidList"/>
    <dgm:cxn modelId="{DC54CFF3-326A-442E-A126-33A55AEEC5B6}" type="presParOf" srcId="{00FDEF48-736A-4F68-830A-9D75528628E1}" destId="{1504F757-20E0-4FB0-AB88-8262B550F911}" srcOrd="2" destOrd="0" presId="urn:microsoft.com/office/officeart/2018/2/layout/IconVerticalSolidList"/>
    <dgm:cxn modelId="{6EB36182-3C02-4871-B0BB-87748B52C0C9}" type="presParOf" srcId="{00FDEF48-736A-4F68-830A-9D75528628E1}" destId="{434AA0CC-6BC1-4C2D-846C-062D5307C574}" srcOrd="3" destOrd="0" presId="urn:microsoft.com/office/officeart/2018/2/layout/IconVerticalSolidList"/>
    <dgm:cxn modelId="{AFD0484A-24F6-420E-BD28-C3173B260C80}" type="presParOf" srcId="{5AE2DAD4-F0AA-4D85-B7A4-D9450A6E5D4C}" destId="{E0C8225C-4C0E-4C4E-BC34-F59B223531DF}" srcOrd="1" destOrd="0" presId="urn:microsoft.com/office/officeart/2018/2/layout/IconVerticalSolidList"/>
    <dgm:cxn modelId="{8C5A99F8-E7F1-433E-8B4D-3C225AA49C9C}" type="presParOf" srcId="{5AE2DAD4-F0AA-4D85-B7A4-D9450A6E5D4C}" destId="{B07DBA26-74AE-4D41-A378-0B00086A881F}" srcOrd="2" destOrd="0" presId="urn:microsoft.com/office/officeart/2018/2/layout/IconVerticalSolidList"/>
    <dgm:cxn modelId="{9EF3781C-8C65-4533-8071-C3601502CDBC}" type="presParOf" srcId="{B07DBA26-74AE-4D41-A378-0B00086A881F}" destId="{92E63CF6-623F-4371-9CCE-0CF0E4ACE28F}" srcOrd="0" destOrd="0" presId="urn:microsoft.com/office/officeart/2018/2/layout/IconVerticalSolidList"/>
    <dgm:cxn modelId="{1A0F5D22-69B4-4F77-B086-6E1BA6DAFB85}" type="presParOf" srcId="{B07DBA26-74AE-4D41-A378-0B00086A881F}" destId="{C2C74FE0-DC58-423E-A2BD-9AEABD04BDA2}" srcOrd="1" destOrd="0" presId="urn:microsoft.com/office/officeart/2018/2/layout/IconVerticalSolidList"/>
    <dgm:cxn modelId="{29F03806-163C-4343-906F-D0AD4F38698E}" type="presParOf" srcId="{B07DBA26-74AE-4D41-A378-0B00086A881F}" destId="{5CC6322F-7289-4BE1-9EFF-D6C06972B5AD}" srcOrd="2" destOrd="0" presId="urn:microsoft.com/office/officeart/2018/2/layout/IconVerticalSolidList"/>
    <dgm:cxn modelId="{3A6E8D99-583F-4F90-B5A8-B5C958BA4E34}" type="presParOf" srcId="{B07DBA26-74AE-4D41-A378-0B00086A881F}" destId="{CB4AE53A-DBB4-4C39-B9BC-743BEB004382}" srcOrd="3" destOrd="0" presId="urn:microsoft.com/office/officeart/2018/2/layout/IconVerticalSolidList"/>
    <dgm:cxn modelId="{C6047914-9181-4297-849D-D6D7A1329831}" type="presParOf" srcId="{5AE2DAD4-F0AA-4D85-B7A4-D9450A6E5D4C}" destId="{A74FA0BD-D1BA-4EC6-ACD0-A590C43FBDB0}" srcOrd="3" destOrd="0" presId="urn:microsoft.com/office/officeart/2018/2/layout/IconVerticalSolidList"/>
    <dgm:cxn modelId="{9725FABE-A3FE-4141-BECD-593D76515CF5}" type="presParOf" srcId="{5AE2DAD4-F0AA-4D85-B7A4-D9450A6E5D4C}" destId="{FFB6372E-0326-4822-8722-16F0FDBC75D0}" srcOrd="4" destOrd="0" presId="urn:microsoft.com/office/officeart/2018/2/layout/IconVerticalSolidList"/>
    <dgm:cxn modelId="{14D3AF3C-56F8-4344-9DC2-C0E8B0DC862A}" type="presParOf" srcId="{FFB6372E-0326-4822-8722-16F0FDBC75D0}" destId="{5304C1D5-5226-4270-AD5C-B5A068661E35}" srcOrd="0" destOrd="0" presId="urn:microsoft.com/office/officeart/2018/2/layout/IconVerticalSolidList"/>
    <dgm:cxn modelId="{E97804AF-29ED-42F1-82E4-113245E3339E}" type="presParOf" srcId="{FFB6372E-0326-4822-8722-16F0FDBC75D0}" destId="{0C902D2C-28BD-4BC3-B900-67910038D674}" srcOrd="1" destOrd="0" presId="urn:microsoft.com/office/officeart/2018/2/layout/IconVerticalSolidList"/>
    <dgm:cxn modelId="{CD53A452-7771-4E4F-BA80-A34FDAA8A759}" type="presParOf" srcId="{FFB6372E-0326-4822-8722-16F0FDBC75D0}" destId="{CB5D9418-9E34-497C-A754-05ADF0CA294B}" srcOrd="2" destOrd="0" presId="urn:microsoft.com/office/officeart/2018/2/layout/IconVerticalSolidList"/>
    <dgm:cxn modelId="{1AC8212A-305C-4DA9-AD96-D24DEA23B18F}" type="presParOf" srcId="{FFB6372E-0326-4822-8722-16F0FDBC75D0}" destId="{5D557E58-A24C-4487-9298-3FBECC0DA6FF}" srcOrd="3" destOrd="0" presId="urn:microsoft.com/office/officeart/2018/2/layout/IconVerticalSolidList"/>
    <dgm:cxn modelId="{57AFC35E-F8D0-42FC-AA89-AF328493EB85}" type="presParOf" srcId="{5AE2DAD4-F0AA-4D85-B7A4-D9450A6E5D4C}" destId="{D2D9F466-9D91-4C7E-963B-CFB4E96FCE60}" srcOrd="5" destOrd="0" presId="urn:microsoft.com/office/officeart/2018/2/layout/IconVerticalSolidList"/>
    <dgm:cxn modelId="{16FF287B-6587-43EA-B9B3-26D087DF8689}" type="presParOf" srcId="{5AE2DAD4-F0AA-4D85-B7A4-D9450A6E5D4C}" destId="{165153F0-A9C2-4CF8-A71B-1A3E90DB66E9}" srcOrd="6" destOrd="0" presId="urn:microsoft.com/office/officeart/2018/2/layout/IconVerticalSolidList"/>
    <dgm:cxn modelId="{44500B24-3191-48C4-AFF0-5484D57EC871}" type="presParOf" srcId="{165153F0-A9C2-4CF8-A71B-1A3E90DB66E9}" destId="{0808F5A2-6738-41F5-BF7F-D7F5E2A2890D}" srcOrd="0" destOrd="0" presId="urn:microsoft.com/office/officeart/2018/2/layout/IconVerticalSolidList"/>
    <dgm:cxn modelId="{570D8908-E481-445E-BA3F-BFA918C692B8}" type="presParOf" srcId="{165153F0-A9C2-4CF8-A71B-1A3E90DB66E9}" destId="{00DF2DE1-F666-4A3D-9078-29652874CC6B}" srcOrd="1" destOrd="0" presId="urn:microsoft.com/office/officeart/2018/2/layout/IconVerticalSolidList"/>
    <dgm:cxn modelId="{D42E2AA9-A9F9-45AB-A582-66166B476539}" type="presParOf" srcId="{165153F0-A9C2-4CF8-A71B-1A3E90DB66E9}" destId="{9D7A0D74-3D9C-479D-9C70-76987A47E469}" srcOrd="2" destOrd="0" presId="urn:microsoft.com/office/officeart/2018/2/layout/IconVerticalSolidList"/>
    <dgm:cxn modelId="{3C581147-C3E5-45E5-A4E5-0BD188A332A3}" type="presParOf" srcId="{165153F0-A9C2-4CF8-A71B-1A3E90DB66E9}" destId="{147B1984-6AB9-45F8-BEB4-BD09D47D1C3A}" srcOrd="3" destOrd="0" presId="urn:microsoft.com/office/officeart/2018/2/layout/IconVerticalSolidList"/>
    <dgm:cxn modelId="{F1311300-C3E8-42C8-95CA-3300734786B5}" type="presParOf" srcId="{5AE2DAD4-F0AA-4D85-B7A4-D9450A6E5D4C}" destId="{4948AAB0-3235-4878-BD4E-B4E82C90AD05}" srcOrd="7" destOrd="0" presId="urn:microsoft.com/office/officeart/2018/2/layout/IconVerticalSolidList"/>
    <dgm:cxn modelId="{95A2E4ED-89A3-4178-AD78-09944E8107FF}" type="presParOf" srcId="{5AE2DAD4-F0AA-4D85-B7A4-D9450A6E5D4C}" destId="{384D75F2-9320-4C41-8AC9-C38C84586DED}" srcOrd="8" destOrd="0" presId="urn:microsoft.com/office/officeart/2018/2/layout/IconVerticalSolidList"/>
    <dgm:cxn modelId="{369808D8-C89A-4147-9A58-7C9CAB2C91AF}" type="presParOf" srcId="{384D75F2-9320-4C41-8AC9-C38C84586DED}" destId="{BCD0DDF7-0948-4E8D-BC8B-62553E63EE53}" srcOrd="0" destOrd="0" presId="urn:microsoft.com/office/officeart/2018/2/layout/IconVerticalSolidList"/>
    <dgm:cxn modelId="{F6859B8A-9854-445F-A281-5D22145250DB}" type="presParOf" srcId="{384D75F2-9320-4C41-8AC9-C38C84586DED}" destId="{6D63E20C-4574-44EC-B5E0-2155F4968ED7}" srcOrd="1" destOrd="0" presId="urn:microsoft.com/office/officeart/2018/2/layout/IconVerticalSolidList"/>
    <dgm:cxn modelId="{441F60ED-7B51-4ACA-B242-BECC557D6012}" type="presParOf" srcId="{384D75F2-9320-4C41-8AC9-C38C84586DED}" destId="{DE844A2C-7342-4CF8-8C12-A5B66D97CC74}" srcOrd="2" destOrd="0" presId="urn:microsoft.com/office/officeart/2018/2/layout/IconVerticalSolidList"/>
    <dgm:cxn modelId="{51CEF2D2-EA63-4C62-B1F2-F3A100B4F459}" type="presParOf" srcId="{384D75F2-9320-4C41-8AC9-C38C84586DED}" destId="{A8F97CE5-98EE-4FD0-BCAD-9E4499137B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B0B3AB-D8F0-4F3A-86A6-ED4B0689C65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07F7A6-BCA0-4344-B04E-4CB29749B117}">
      <dgm:prSet/>
      <dgm:spPr/>
      <dgm:t>
        <a:bodyPr/>
        <a:lstStyle/>
        <a:p>
          <a:pPr>
            <a:defRPr cap="all"/>
          </a:pPr>
          <a:r>
            <a:rPr lang="en-GB"/>
            <a:t>Lightweight model free design</a:t>
          </a:r>
          <a:endParaRPr lang="en-US"/>
        </a:p>
      </dgm:t>
    </dgm:pt>
    <dgm:pt modelId="{1CBCFE16-2469-4413-B910-56031E168ED2}" type="parTrans" cxnId="{F0A64F48-6447-46B0-822D-C998A6467212}">
      <dgm:prSet/>
      <dgm:spPr/>
      <dgm:t>
        <a:bodyPr/>
        <a:lstStyle/>
        <a:p>
          <a:endParaRPr lang="en-US"/>
        </a:p>
      </dgm:t>
    </dgm:pt>
    <dgm:pt modelId="{6FC0019F-F709-447D-89A0-2F52451D4624}" type="sibTrans" cxnId="{F0A64F48-6447-46B0-822D-C998A6467212}">
      <dgm:prSet/>
      <dgm:spPr/>
      <dgm:t>
        <a:bodyPr/>
        <a:lstStyle/>
        <a:p>
          <a:endParaRPr lang="en-US"/>
        </a:p>
      </dgm:t>
    </dgm:pt>
    <dgm:pt modelId="{E7C17021-B237-440B-9164-C12A28ED36F8}">
      <dgm:prSet/>
      <dgm:spPr/>
      <dgm:t>
        <a:bodyPr/>
        <a:lstStyle/>
        <a:p>
          <a:pPr>
            <a:defRPr cap="all"/>
          </a:pPr>
          <a:r>
            <a:rPr lang="en-GB"/>
            <a:t>Modular design</a:t>
          </a:r>
          <a:endParaRPr lang="en-US"/>
        </a:p>
      </dgm:t>
    </dgm:pt>
    <dgm:pt modelId="{9D30ACFF-C03D-4C85-B7D0-95BD9E8CAB0F}" type="parTrans" cxnId="{30575476-8239-441F-82C9-D4C96A49F8E6}">
      <dgm:prSet/>
      <dgm:spPr/>
      <dgm:t>
        <a:bodyPr/>
        <a:lstStyle/>
        <a:p>
          <a:endParaRPr lang="en-US"/>
        </a:p>
      </dgm:t>
    </dgm:pt>
    <dgm:pt modelId="{634021AD-F8E5-40D9-AA74-376583CC8335}" type="sibTrans" cxnId="{30575476-8239-441F-82C9-D4C96A49F8E6}">
      <dgm:prSet/>
      <dgm:spPr/>
      <dgm:t>
        <a:bodyPr/>
        <a:lstStyle/>
        <a:p>
          <a:endParaRPr lang="en-US"/>
        </a:p>
      </dgm:t>
    </dgm:pt>
    <dgm:pt modelId="{E96B06CF-BE17-40D6-93E0-80021E6C3B08}">
      <dgm:prSet/>
      <dgm:spPr/>
      <dgm:t>
        <a:bodyPr/>
        <a:lstStyle/>
        <a:p>
          <a:pPr>
            <a:defRPr cap="all"/>
          </a:pPr>
          <a:r>
            <a:rPr lang="en-GB"/>
            <a:t>Python implementation</a:t>
          </a:r>
          <a:endParaRPr lang="en-US"/>
        </a:p>
      </dgm:t>
    </dgm:pt>
    <dgm:pt modelId="{DF82B57B-4F06-4843-8581-48A71E3A5618}" type="parTrans" cxnId="{8A77383E-2AAB-4303-9E53-A396F25DDCAF}">
      <dgm:prSet/>
      <dgm:spPr/>
      <dgm:t>
        <a:bodyPr/>
        <a:lstStyle/>
        <a:p>
          <a:endParaRPr lang="en-US"/>
        </a:p>
      </dgm:t>
    </dgm:pt>
    <dgm:pt modelId="{62B33267-04A9-40BE-994E-CD0B16E0D848}" type="sibTrans" cxnId="{8A77383E-2AAB-4303-9E53-A396F25DDCAF}">
      <dgm:prSet/>
      <dgm:spPr/>
      <dgm:t>
        <a:bodyPr/>
        <a:lstStyle/>
        <a:p>
          <a:endParaRPr lang="en-US"/>
        </a:p>
      </dgm:t>
    </dgm:pt>
    <dgm:pt modelId="{E5232F5A-8386-4FB3-933F-9BB30A65B16D}">
      <dgm:prSet/>
      <dgm:spPr/>
      <dgm:t>
        <a:bodyPr/>
        <a:lstStyle/>
        <a:p>
          <a:pPr>
            <a:defRPr cap="all"/>
          </a:pPr>
          <a:r>
            <a:rPr lang="en-GB"/>
            <a:t>Synthetic datasets</a:t>
          </a:r>
          <a:endParaRPr lang="en-US"/>
        </a:p>
      </dgm:t>
    </dgm:pt>
    <dgm:pt modelId="{2CE21BBE-DD4C-439F-82F9-121095AF93E9}" type="parTrans" cxnId="{22ED32BE-2CE7-4974-8F9D-69A65119A14A}">
      <dgm:prSet/>
      <dgm:spPr/>
      <dgm:t>
        <a:bodyPr/>
        <a:lstStyle/>
        <a:p>
          <a:endParaRPr lang="en-US"/>
        </a:p>
      </dgm:t>
    </dgm:pt>
    <dgm:pt modelId="{BD62F5AD-2729-4977-AF6F-746C0CB4258B}" type="sibTrans" cxnId="{22ED32BE-2CE7-4974-8F9D-69A65119A14A}">
      <dgm:prSet/>
      <dgm:spPr/>
      <dgm:t>
        <a:bodyPr/>
        <a:lstStyle/>
        <a:p>
          <a:endParaRPr lang="en-US"/>
        </a:p>
      </dgm:t>
    </dgm:pt>
    <dgm:pt modelId="{64C18669-5B17-4058-A444-B147F0530F35}" type="pres">
      <dgm:prSet presAssocID="{B5B0B3AB-D8F0-4F3A-86A6-ED4B0689C656}" presName="root" presStyleCnt="0">
        <dgm:presLayoutVars>
          <dgm:dir/>
          <dgm:resizeHandles val="exact"/>
        </dgm:presLayoutVars>
      </dgm:prSet>
      <dgm:spPr/>
    </dgm:pt>
    <dgm:pt modelId="{A0827B5F-DA40-4FAB-A909-A4677C0CC335}" type="pres">
      <dgm:prSet presAssocID="{CF07F7A6-BCA0-4344-B04E-4CB29749B117}" presName="compNode" presStyleCnt="0"/>
      <dgm:spPr/>
    </dgm:pt>
    <dgm:pt modelId="{C6530B84-289E-4349-B2C2-68B8EE1579A4}" type="pres">
      <dgm:prSet presAssocID="{CF07F7A6-BCA0-4344-B04E-4CB29749B11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AD543B2-6603-4951-99D7-F901390CD265}" type="pres">
      <dgm:prSet presAssocID="{CF07F7A6-BCA0-4344-B04E-4CB29749B1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9803E0E-AB06-49EF-BFA7-453558C37DFB}" type="pres">
      <dgm:prSet presAssocID="{CF07F7A6-BCA0-4344-B04E-4CB29749B117}" presName="spaceRect" presStyleCnt="0"/>
      <dgm:spPr/>
    </dgm:pt>
    <dgm:pt modelId="{8D1191F6-B7C8-43C4-B72A-84143343E1AB}" type="pres">
      <dgm:prSet presAssocID="{CF07F7A6-BCA0-4344-B04E-4CB29749B117}" presName="textRect" presStyleLbl="revTx" presStyleIdx="0" presStyleCnt="4">
        <dgm:presLayoutVars>
          <dgm:chMax val="1"/>
          <dgm:chPref val="1"/>
        </dgm:presLayoutVars>
      </dgm:prSet>
      <dgm:spPr/>
    </dgm:pt>
    <dgm:pt modelId="{93FF6092-FA9F-4040-A778-9814A71C3402}" type="pres">
      <dgm:prSet presAssocID="{6FC0019F-F709-447D-89A0-2F52451D4624}" presName="sibTrans" presStyleCnt="0"/>
      <dgm:spPr/>
    </dgm:pt>
    <dgm:pt modelId="{C61C71EC-3E71-4368-B22E-3AEF9662D960}" type="pres">
      <dgm:prSet presAssocID="{E7C17021-B237-440B-9164-C12A28ED36F8}" presName="compNode" presStyleCnt="0"/>
      <dgm:spPr/>
    </dgm:pt>
    <dgm:pt modelId="{74E6E241-F2C0-416E-9F41-AB6E3333FD0B}" type="pres">
      <dgm:prSet presAssocID="{E7C17021-B237-440B-9164-C12A28ED36F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A0EFD81-CD88-4094-97CD-38E1D65EAE34}" type="pres">
      <dgm:prSet presAssocID="{E7C17021-B237-440B-9164-C12A28ED36F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B00B0612-1381-40FF-9037-06B802AC238C}" type="pres">
      <dgm:prSet presAssocID="{E7C17021-B237-440B-9164-C12A28ED36F8}" presName="spaceRect" presStyleCnt="0"/>
      <dgm:spPr/>
    </dgm:pt>
    <dgm:pt modelId="{6FE58F86-7939-4D02-8CEB-5ECAD782EB30}" type="pres">
      <dgm:prSet presAssocID="{E7C17021-B237-440B-9164-C12A28ED36F8}" presName="textRect" presStyleLbl="revTx" presStyleIdx="1" presStyleCnt="4">
        <dgm:presLayoutVars>
          <dgm:chMax val="1"/>
          <dgm:chPref val="1"/>
        </dgm:presLayoutVars>
      </dgm:prSet>
      <dgm:spPr/>
    </dgm:pt>
    <dgm:pt modelId="{12ECFFD2-E868-4102-AB90-9FED181F2ED7}" type="pres">
      <dgm:prSet presAssocID="{634021AD-F8E5-40D9-AA74-376583CC8335}" presName="sibTrans" presStyleCnt="0"/>
      <dgm:spPr/>
    </dgm:pt>
    <dgm:pt modelId="{284F8142-F8F8-4C82-829F-2F3E566E9D4E}" type="pres">
      <dgm:prSet presAssocID="{E96B06CF-BE17-40D6-93E0-80021E6C3B08}" presName="compNode" presStyleCnt="0"/>
      <dgm:spPr/>
    </dgm:pt>
    <dgm:pt modelId="{6D752040-89C3-4F12-A662-AD35643F1A03}" type="pres">
      <dgm:prSet presAssocID="{E96B06CF-BE17-40D6-93E0-80021E6C3B0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4B103D9-BC20-484B-9DBA-D17C1F616574}" type="pres">
      <dgm:prSet presAssocID="{E96B06CF-BE17-40D6-93E0-80021E6C3B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C290CA0-D1B3-44E3-9903-563335BBEAA7}" type="pres">
      <dgm:prSet presAssocID="{E96B06CF-BE17-40D6-93E0-80021E6C3B08}" presName="spaceRect" presStyleCnt="0"/>
      <dgm:spPr/>
    </dgm:pt>
    <dgm:pt modelId="{1C92A5FA-1688-42D9-95D6-66FB26A30E24}" type="pres">
      <dgm:prSet presAssocID="{E96B06CF-BE17-40D6-93E0-80021E6C3B08}" presName="textRect" presStyleLbl="revTx" presStyleIdx="2" presStyleCnt="4">
        <dgm:presLayoutVars>
          <dgm:chMax val="1"/>
          <dgm:chPref val="1"/>
        </dgm:presLayoutVars>
      </dgm:prSet>
      <dgm:spPr/>
    </dgm:pt>
    <dgm:pt modelId="{ED0887D1-B9AF-4DCE-AC37-21EF18E815EF}" type="pres">
      <dgm:prSet presAssocID="{62B33267-04A9-40BE-994E-CD0B16E0D848}" presName="sibTrans" presStyleCnt="0"/>
      <dgm:spPr/>
    </dgm:pt>
    <dgm:pt modelId="{4375E2A0-6BFD-40AE-A757-AED337315582}" type="pres">
      <dgm:prSet presAssocID="{E5232F5A-8386-4FB3-933F-9BB30A65B16D}" presName="compNode" presStyleCnt="0"/>
      <dgm:spPr/>
    </dgm:pt>
    <dgm:pt modelId="{D5ADE804-2B32-4EC0-A655-4D2581932BCB}" type="pres">
      <dgm:prSet presAssocID="{E5232F5A-8386-4FB3-933F-9BB30A65B16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8234569-2668-4F69-B205-2835247A033A}" type="pres">
      <dgm:prSet presAssocID="{E5232F5A-8386-4FB3-933F-9BB30A65B1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0A3267-0F89-42F4-A4C9-A7B5115A89E5}" type="pres">
      <dgm:prSet presAssocID="{E5232F5A-8386-4FB3-933F-9BB30A65B16D}" presName="spaceRect" presStyleCnt="0"/>
      <dgm:spPr/>
    </dgm:pt>
    <dgm:pt modelId="{AAFDBE80-CC21-406D-B119-D462B5BFD005}" type="pres">
      <dgm:prSet presAssocID="{E5232F5A-8386-4FB3-933F-9BB30A65B1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BFB20E-3322-461F-816E-5A1707A1EF52}" type="presOf" srcId="{B5B0B3AB-D8F0-4F3A-86A6-ED4B0689C656}" destId="{64C18669-5B17-4058-A444-B147F0530F35}" srcOrd="0" destOrd="0" presId="urn:microsoft.com/office/officeart/2018/5/layout/IconLeafLabelList"/>
    <dgm:cxn modelId="{8A77383E-2AAB-4303-9E53-A396F25DDCAF}" srcId="{B5B0B3AB-D8F0-4F3A-86A6-ED4B0689C656}" destId="{E96B06CF-BE17-40D6-93E0-80021E6C3B08}" srcOrd="2" destOrd="0" parTransId="{DF82B57B-4F06-4843-8581-48A71E3A5618}" sibTransId="{62B33267-04A9-40BE-994E-CD0B16E0D848}"/>
    <dgm:cxn modelId="{F0A64F48-6447-46B0-822D-C998A6467212}" srcId="{B5B0B3AB-D8F0-4F3A-86A6-ED4B0689C656}" destId="{CF07F7A6-BCA0-4344-B04E-4CB29749B117}" srcOrd="0" destOrd="0" parTransId="{1CBCFE16-2469-4413-B910-56031E168ED2}" sibTransId="{6FC0019F-F709-447D-89A0-2F52451D4624}"/>
    <dgm:cxn modelId="{30575476-8239-441F-82C9-D4C96A49F8E6}" srcId="{B5B0B3AB-D8F0-4F3A-86A6-ED4B0689C656}" destId="{E7C17021-B237-440B-9164-C12A28ED36F8}" srcOrd="1" destOrd="0" parTransId="{9D30ACFF-C03D-4C85-B7D0-95BD9E8CAB0F}" sibTransId="{634021AD-F8E5-40D9-AA74-376583CC8335}"/>
    <dgm:cxn modelId="{E13D5A8B-A5AE-488E-A372-9BDA5C9CFAEE}" type="presOf" srcId="{E96B06CF-BE17-40D6-93E0-80021E6C3B08}" destId="{1C92A5FA-1688-42D9-95D6-66FB26A30E24}" srcOrd="0" destOrd="0" presId="urn:microsoft.com/office/officeart/2018/5/layout/IconLeafLabelList"/>
    <dgm:cxn modelId="{1456F3B6-94E7-404C-AE3C-829F6736C390}" type="presOf" srcId="{E7C17021-B237-440B-9164-C12A28ED36F8}" destId="{6FE58F86-7939-4D02-8CEB-5ECAD782EB30}" srcOrd="0" destOrd="0" presId="urn:microsoft.com/office/officeart/2018/5/layout/IconLeafLabelList"/>
    <dgm:cxn modelId="{22ED32BE-2CE7-4974-8F9D-69A65119A14A}" srcId="{B5B0B3AB-D8F0-4F3A-86A6-ED4B0689C656}" destId="{E5232F5A-8386-4FB3-933F-9BB30A65B16D}" srcOrd="3" destOrd="0" parTransId="{2CE21BBE-DD4C-439F-82F9-121095AF93E9}" sibTransId="{BD62F5AD-2729-4977-AF6F-746C0CB4258B}"/>
    <dgm:cxn modelId="{983B13D9-BC93-4DAB-9C5E-FC240083224E}" type="presOf" srcId="{CF07F7A6-BCA0-4344-B04E-4CB29749B117}" destId="{8D1191F6-B7C8-43C4-B72A-84143343E1AB}" srcOrd="0" destOrd="0" presId="urn:microsoft.com/office/officeart/2018/5/layout/IconLeafLabelList"/>
    <dgm:cxn modelId="{00DAC9DE-45AF-44CD-AB82-4B63B24BCE60}" type="presOf" srcId="{E5232F5A-8386-4FB3-933F-9BB30A65B16D}" destId="{AAFDBE80-CC21-406D-B119-D462B5BFD005}" srcOrd="0" destOrd="0" presId="urn:microsoft.com/office/officeart/2018/5/layout/IconLeafLabelList"/>
    <dgm:cxn modelId="{813F824B-93DF-48D0-8BCD-0BAFC2B5A035}" type="presParOf" srcId="{64C18669-5B17-4058-A444-B147F0530F35}" destId="{A0827B5F-DA40-4FAB-A909-A4677C0CC335}" srcOrd="0" destOrd="0" presId="urn:microsoft.com/office/officeart/2018/5/layout/IconLeafLabelList"/>
    <dgm:cxn modelId="{BF00C712-04EC-418A-9CF6-6E1B8ED84E76}" type="presParOf" srcId="{A0827B5F-DA40-4FAB-A909-A4677C0CC335}" destId="{C6530B84-289E-4349-B2C2-68B8EE1579A4}" srcOrd="0" destOrd="0" presId="urn:microsoft.com/office/officeart/2018/5/layout/IconLeafLabelList"/>
    <dgm:cxn modelId="{929693B3-D2EA-4E45-8895-35B489D0EA59}" type="presParOf" srcId="{A0827B5F-DA40-4FAB-A909-A4677C0CC335}" destId="{6AD543B2-6603-4951-99D7-F901390CD265}" srcOrd="1" destOrd="0" presId="urn:microsoft.com/office/officeart/2018/5/layout/IconLeafLabelList"/>
    <dgm:cxn modelId="{B9E1DEC1-E872-40E6-AC78-A3E4C7A6270B}" type="presParOf" srcId="{A0827B5F-DA40-4FAB-A909-A4677C0CC335}" destId="{E9803E0E-AB06-49EF-BFA7-453558C37DFB}" srcOrd="2" destOrd="0" presId="urn:microsoft.com/office/officeart/2018/5/layout/IconLeafLabelList"/>
    <dgm:cxn modelId="{B90FF4ED-15B7-4560-9511-67B1107ED807}" type="presParOf" srcId="{A0827B5F-DA40-4FAB-A909-A4677C0CC335}" destId="{8D1191F6-B7C8-43C4-B72A-84143343E1AB}" srcOrd="3" destOrd="0" presId="urn:microsoft.com/office/officeart/2018/5/layout/IconLeafLabelList"/>
    <dgm:cxn modelId="{C8821CDB-10C3-4F59-B780-C8089C64EABD}" type="presParOf" srcId="{64C18669-5B17-4058-A444-B147F0530F35}" destId="{93FF6092-FA9F-4040-A778-9814A71C3402}" srcOrd="1" destOrd="0" presId="urn:microsoft.com/office/officeart/2018/5/layout/IconLeafLabelList"/>
    <dgm:cxn modelId="{D64E8848-DD1A-41E2-BE2C-41E889FE0F48}" type="presParOf" srcId="{64C18669-5B17-4058-A444-B147F0530F35}" destId="{C61C71EC-3E71-4368-B22E-3AEF9662D960}" srcOrd="2" destOrd="0" presId="urn:microsoft.com/office/officeart/2018/5/layout/IconLeafLabelList"/>
    <dgm:cxn modelId="{23F19023-D3E5-49B4-A16D-BD0955C7E89E}" type="presParOf" srcId="{C61C71EC-3E71-4368-B22E-3AEF9662D960}" destId="{74E6E241-F2C0-416E-9F41-AB6E3333FD0B}" srcOrd="0" destOrd="0" presId="urn:microsoft.com/office/officeart/2018/5/layout/IconLeafLabelList"/>
    <dgm:cxn modelId="{00D0AFF2-E04D-4BC6-8E6C-3109322C69D6}" type="presParOf" srcId="{C61C71EC-3E71-4368-B22E-3AEF9662D960}" destId="{5A0EFD81-CD88-4094-97CD-38E1D65EAE34}" srcOrd="1" destOrd="0" presId="urn:microsoft.com/office/officeart/2018/5/layout/IconLeafLabelList"/>
    <dgm:cxn modelId="{3D43E815-ACA5-4A42-9D20-F624F205DED1}" type="presParOf" srcId="{C61C71EC-3E71-4368-B22E-3AEF9662D960}" destId="{B00B0612-1381-40FF-9037-06B802AC238C}" srcOrd="2" destOrd="0" presId="urn:microsoft.com/office/officeart/2018/5/layout/IconLeafLabelList"/>
    <dgm:cxn modelId="{3E1835FF-2EFB-497F-88A7-F4A3A1EFF8C7}" type="presParOf" srcId="{C61C71EC-3E71-4368-B22E-3AEF9662D960}" destId="{6FE58F86-7939-4D02-8CEB-5ECAD782EB30}" srcOrd="3" destOrd="0" presId="urn:microsoft.com/office/officeart/2018/5/layout/IconLeafLabelList"/>
    <dgm:cxn modelId="{B8C6F124-DEBC-4F09-84C8-A8A42D1F97D2}" type="presParOf" srcId="{64C18669-5B17-4058-A444-B147F0530F35}" destId="{12ECFFD2-E868-4102-AB90-9FED181F2ED7}" srcOrd="3" destOrd="0" presId="urn:microsoft.com/office/officeart/2018/5/layout/IconLeafLabelList"/>
    <dgm:cxn modelId="{824BF755-D90F-46ED-A374-F98FA989275F}" type="presParOf" srcId="{64C18669-5B17-4058-A444-B147F0530F35}" destId="{284F8142-F8F8-4C82-829F-2F3E566E9D4E}" srcOrd="4" destOrd="0" presId="urn:microsoft.com/office/officeart/2018/5/layout/IconLeafLabelList"/>
    <dgm:cxn modelId="{08A60F73-BCA0-4F93-A80D-8F911AAA1A52}" type="presParOf" srcId="{284F8142-F8F8-4C82-829F-2F3E566E9D4E}" destId="{6D752040-89C3-4F12-A662-AD35643F1A03}" srcOrd="0" destOrd="0" presId="urn:microsoft.com/office/officeart/2018/5/layout/IconLeafLabelList"/>
    <dgm:cxn modelId="{1C1076ED-6D9F-4352-AE28-FC47AF564918}" type="presParOf" srcId="{284F8142-F8F8-4C82-829F-2F3E566E9D4E}" destId="{94B103D9-BC20-484B-9DBA-D17C1F616574}" srcOrd="1" destOrd="0" presId="urn:microsoft.com/office/officeart/2018/5/layout/IconLeafLabelList"/>
    <dgm:cxn modelId="{1258E1C7-1A62-415A-8D01-DAC89815EBA2}" type="presParOf" srcId="{284F8142-F8F8-4C82-829F-2F3E566E9D4E}" destId="{3C290CA0-D1B3-44E3-9903-563335BBEAA7}" srcOrd="2" destOrd="0" presId="urn:microsoft.com/office/officeart/2018/5/layout/IconLeafLabelList"/>
    <dgm:cxn modelId="{9CD648E9-087B-40F9-AC37-C22ED81ACDC3}" type="presParOf" srcId="{284F8142-F8F8-4C82-829F-2F3E566E9D4E}" destId="{1C92A5FA-1688-42D9-95D6-66FB26A30E24}" srcOrd="3" destOrd="0" presId="urn:microsoft.com/office/officeart/2018/5/layout/IconLeafLabelList"/>
    <dgm:cxn modelId="{5755AEAA-BCEF-4600-8214-C97AA822634F}" type="presParOf" srcId="{64C18669-5B17-4058-A444-B147F0530F35}" destId="{ED0887D1-B9AF-4DCE-AC37-21EF18E815EF}" srcOrd="5" destOrd="0" presId="urn:microsoft.com/office/officeart/2018/5/layout/IconLeafLabelList"/>
    <dgm:cxn modelId="{E026D56D-DB16-49D2-90F7-F4318147F31B}" type="presParOf" srcId="{64C18669-5B17-4058-A444-B147F0530F35}" destId="{4375E2A0-6BFD-40AE-A757-AED337315582}" srcOrd="6" destOrd="0" presId="urn:microsoft.com/office/officeart/2018/5/layout/IconLeafLabelList"/>
    <dgm:cxn modelId="{E7BB8A65-27CA-4BE3-BBD6-F5E148C23092}" type="presParOf" srcId="{4375E2A0-6BFD-40AE-A757-AED337315582}" destId="{D5ADE804-2B32-4EC0-A655-4D2581932BCB}" srcOrd="0" destOrd="0" presId="urn:microsoft.com/office/officeart/2018/5/layout/IconLeafLabelList"/>
    <dgm:cxn modelId="{17DDAF1F-8862-47D0-97B6-300E9A6424E6}" type="presParOf" srcId="{4375E2A0-6BFD-40AE-A757-AED337315582}" destId="{28234569-2668-4F69-B205-2835247A033A}" srcOrd="1" destOrd="0" presId="urn:microsoft.com/office/officeart/2018/5/layout/IconLeafLabelList"/>
    <dgm:cxn modelId="{C9AA6BD2-D22D-4AA9-BC4B-1A9715B8B0DB}" type="presParOf" srcId="{4375E2A0-6BFD-40AE-A757-AED337315582}" destId="{D80A3267-0F89-42F4-A4C9-A7B5115A89E5}" srcOrd="2" destOrd="0" presId="urn:microsoft.com/office/officeart/2018/5/layout/IconLeafLabelList"/>
    <dgm:cxn modelId="{560FFEA7-193D-4C2C-A109-27073C875F37}" type="presParOf" srcId="{4375E2A0-6BFD-40AE-A757-AED337315582}" destId="{AAFDBE80-CC21-406D-B119-D462B5BFD00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F2632-662C-42FC-AF67-B4BEE83E92A1}">
      <dsp:nvSpPr>
        <dsp:cNvPr id="0" name=""/>
        <dsp:cNvSpPr/>
      </dsp:nvSpPr>
      <dsp:spPr>
        <a:xfrm>
          <a:off x="0" y="411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0D3C2-E1A0-47D6-B3D2-0470F1EB6053}">
      <dsp:nvSpPr>
        <dsp:cNvPr id="0" name=""/>
        <dsp:cNvSpPr/>
      </dsp:nvSpPr>
      <dsp:spPr>
        <a:xfrm>
          <a:off x="265017" y="201233"/>
          <a:ext cx="481850" cy="4818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4AA0CC-6BC1-4C2D-846C-062D5307C574}">
      <dsp:nvSpPr>
        <dsp:cNvPr id="0" name=""/>
        <dsp:cNvSpPr/>
      </dsp:nvSpPr>
      <dsp:spPr>
        <a:xfrm>
          <a:off x="1011886" y="411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Project infrastructure – GitHub, Notion, OneDrive.</a:t>
          </a:r>
          <a:endParaRPr lang="en-US" sz="1900" kern="1200"/>
        </a:p>
      </dsp:txBody>
      <dsp:txXfrm>
        <a:off x="1011886" y="4113"/>
        <a:ext cx="5820325" cy="876092"/>
      </dsp:txXfrm>
    </dsp:sp>
    <dsp:sp modelId="{92E63CF6-623F-4371-9CCE-0CF0E4ACE28F}">
      <dsp:nvSpPr>
        <dsp:cNvPr id="0" name=""/>
        <dsp:cNvSpPr/>
      </dsp:nvSpPr>
      <dsp:spPr>
        <a:xfrm>
          <a:off x="0" y="109922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74FE0-DC58-423E-A2BD-9AEABD04BDA2}">
      <dsp:nvSpPr>
        <dsp:cNvPr id="0" name=""/>
        <dsp:cNvSpPr/>
      </dsp:nvSpPr>
      <dsp:spPr>
        <a:xfrm>
          <a:off x="265017" y="1296349"/>
          <a:ext cx="481850" cy="4818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AE53A-DBB4-4C39-B9BC-743BEB004382}">
      <dsp:nvSpPr>
        <dsp:cNvPr id="0" name=""/>
        <dsp:cNvSpPr/>
      </dsp:nvSpPr>
      <dsp:spPr>
        <a:xfrm>
          <a:off x="1011886" y="109922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Cognitive studies research on memorability</a:t>
          </a:r>
          <a:endParaRPr lang="en-US" sz="1900" kern="1200"/>
        </a:p>
      </dsp:txBody>
      <dsp:txXfrm>
        <a:off x="1011886" y="1099228"/>
        <a:ext cx="5820325" cy="876092"/>
      </dsp:txXfrm>
    </dsp:sp>
    <dsp:sp modelId="{5304C1D5-5226-4270-AD5C-B5A068661E35}">
      <dsp:nvSpPr>
        <dsp:cNvPr id="0" name=""/>
        <dsp:cNvSpPr/>
      </dsp:nvSpPr>
      <dsp:spPr>
        <a:xfrm>
          <a:off x="0" y="219434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902D2C-28BD-4BC3-B900-67910038D674}">
      <dsp:nvSpPr>
        <dsp:cNvPr id="0" name=""/>
        <dsp:cNvSpPr/>
      </dsp:nvSpPr>
      <dsp:spPr>
        <a:xfrm>
          <a:off x="265017" y="2391464"/>
          <a:ext cx="481850" cy="4818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57E58-A24C-4487-9298-3FBECC0DA6FF}">
      <dsp:nvSpPr>
        <dsp:cNvPr id="0" name=""/>
        <dsp:cNvSpPr/>
      </dsp:nvSpPr>
      <dsp:spPr>
        <a:xfrm>
          <a:off x="1011886" y="219434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Algorithmic research </a:t>
          </a:r>
          <a:endParaRPr lang="en-US" sz="1900" kern="1200"/>
        </a:p>
      </dsp:txBody>
      <dsp:txXfrm>
        <a:off x="1011886" y="2194343"/>
        <a:ext cx="5820325" cy="876092"/>
      </dsp:txXfrm>
    </dsp:sp>
    <dsp:sp modelId="{0808F5A2-6738-41F5-BF7F-D7F5E2A2890D}">
      <dsp:nvSpPr>
        <dsp:cNvPr id="0" name=""/>
        <dsp:cNvSpPr/>
      </dsp:nvSpPr>
      <dsp:spPr>
        <a:xfrm>
          <a:off x="0" y="328945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DF2DE1-F666-4A3D-9078-29652874CC6B}">
      <dsp:nvSpPr>
        <dsp:cNvPr id="0" name=""/>
        <dsp:cNvSpPr/>
      </dsp:nvSpPr>
      <dsp:spPr>
        <a:xfrm>
          <a:off x="265017" y="3486579"/>
          <a:ext cx="481850" cy="4818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B1984-6AB9-45F8-BEB4-BD09D47D1C3A}">
      <dsp:nvSpPr>
        <dsp:cNvPr id="0" name=""/>
        <dsp:cNvSpPr/>
      </dsp:nvSpPr>
      <dsp:spPr>
        <a:xfrm>
          <a:off x="1011886" y="328945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System architecture research on modularity</a:t>
          </a:r>
          <a:endParaRPr lang="en-US" sz="1900" kern="1200"/>
        </a:p>
      </dsp:txBody>
      <dsp:txXfrm>
        <a:off x="1011886" y="3289458"/>
        <a:ext cx="5820325" cy="876092"/>
      </dsp:txXfrm>
    </dsp:sp>
    <dsp:sp modelId="{BCD0DDF7-0948-4E8D-BC8B-62553E63EE53}">
      <dsp:nvSpPr>
        <dsp:cNvPr id="0" name=""/>
        <dsp:cNvSpPr/>
      </dsp:nvSpPr>
      <dsp:spPr>
        <a:xfrm>
          <a:off x="0" y="438457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3E20C-4574-44EC-B5E0-2155F4968ED7}">
      <dsp:nvSpPr>
        <dsp:cNvPr id="0" name=""/>
        <dsp:cNvSpPr/>
      </dsp:nvSpPr>
      <dsp:spPr>
        <a:xfrm>
          <a:off x="265017" y="4581694"/>
          <a:ext cx="481850" cy="4818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97CE5-98EE-4FD0-BCAD-9E4499137B10}">
      <dsp:nvSpPr>
        <dsp:cNvPr id="0" name=""/>
        <dsp:cNvSpPr/>
      </dsp:nvSpPr>
      <dsp:spPr>
        <a:xfrm>
          <a:off x="1011886" y="438457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Functional and non-functional requirements</a:t>
          </a:r>
          <a:endParaRPr lang="en-US" sz="1900" kern="1200" dirty="0"/>
        </a:p>
      </dsp:txBody>
      <dsp:txXfrm>
        <a:off x="1011886" y="4384573"/>
        <a:ext cx="5820325" cy="87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30B84-289E-4349-B2C2-68B8EE1579A4}">
      <dsp:nvSpPr>
        <dsp:cNvPr id="0" name=""/>
        <dsp:cNvSpPr/>
      </dsp:nvSpPr>
      <dsp:spPr>
        <a:xfrm>
          <a:off x="864423" y="295175"/>
          <a:ext cx="1259379" cy="12593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543B2-6603-4951-99D7-F901390CD265}">
      <dsp:nvSpPr>
        <dsp:cNvPr id="0" name=""/>
        <dsp:cNvSpPr/>
      </dsp:nvSpPr>
      <dsp:spPr>
        <a:xfrm>
          <a:off x="1132816" y="563567"/>
          <a:ext cx="722594" cy="7225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191F6-B7C8-43C4-B72A-84143343E1AB}">
      <dsp:nvSpPr>
        <dsp:cNvPr id="0" name=""/>
        <dsp:cNvSpPr/>
      </dsp:nvSpPr>
      <dsp:spPr>
        <a:xfrm>
          <a:off x="461835" y="1946820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Lightweight model free design</a:t>
          </a:r>
          <a:endParaRPr lang="en-US" sz="1700" kern="1200"/>
        </a:p>
      </dsp:txBody>
      <dsp:txXfrm>
        <a:off x="461835" y="1946820"/>
        <a:ext cx="2064555" cy="720000"/>
      </dsp:txXfrm>
    </dsp:sp>
    <dsp:sp modelId="{74E6E241-F2C0-416E-9F41-AB6E3333FD0B}">
      <dsp:nvSpPr>
        <dsp:cNvPr id="0" name=""/>
        <dsp:cNvSpPr/>
      </dsp:nvSpPr>
      <dsp:spPr>
        <a:xfrm>
          <a:off x="3290276" y="295175"/>
          <a:ext cx="1259379" cy="12593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EFD81-CD88-4094-97CD-38E1D65EAE34}">
      <dsp:nvSpPr>
        <dsp:cNvPr id="0" name=""/>
        <dsp:cNvSpPr/>
      </dsp:nvSpPr>
      <dsp:spPr>
        <a:xfrm>
          <a:off x="3558669" y="563567"/>
          <a:ext cx="722594" cy="7225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58F86-7939-4D02-8CEB-5ECAD782EB30}">
      <dsp:nvSpPr>
        <dsp:cNvPr id="0" name=""/>
        <dsp:cNvSpPr/>
      </dsp:nvSpPr>
      <dsp:spPr>
        <a:xfrm>
          <a:off x="2887688" y="1946820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Modular design</a:t>
          </a:r>
          <a:endParaRPr lang="en-US" sz="1700" kern="1200"/>
        </a:p>
      </dsp:txBody>
      <dsp:txXfrm>
        <a:off x="2887688" y="1946820"/>
        <a:ext cx="2064555" cy="720000"/>
      </dsp:txXfrm>
    </dsp:sp>
    <dsp:sp modelId="{6D752040-89C3-4F12-A662-AD35643F1A03}">
      <dsp:nvSpPr>
        <dsp:cNvPr id="0" name=""/>
        <dsp:cNvSpPr/>
      </dsp:nvSpPr>
      <dsp:spPr>
        <a:xfrm>
          <a:off x="5716130" y="295175"/>
          <a:ext cx="1259379" cy="12593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B103D9-BC20-484B-9DBA-D17C1F616574}">
      <dsp:nvSpPr>
        <dsp:cNvPr id="0" name=""/>
        <dsp:cNvSpPr/>
      </dsp:nvSpPr>
      <dsp:spPr>
        <a:xfrm>
          <a:off x="5984522" y="563567"/>
          <a:ext cx="722594" cy="7225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2A5FA-1688-42D9-95D6-66FB26A30E24}">
      <dsp:nvSpPr>
        <dsp:cNvPr id="0" name=""/>
        <dsp:cNvSpPr/>
      </dsp:nvSpPr>
      <dsp:spPr>
        <a:xfrm>
          <a:off x="5313541" y="1946820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Python implementation</a:t>
          </a:r>
          <a:endParaRPr lang="en-US" sz="1700" kern="1200"/>
        </a:p>
      </dsp:txBody>
      <dsp:txXfrm>
        <a:off x="5313541" y="1946820"/>
        <a:ext cx="2064555" cy="720000"/>
      </dsp:txXfrm>
    </dsp:sp>
    <dsp:sp modelId="{D5ADE804-2B32-4EC0-A655-4D2581932BCB}">
      <dsp:nvSpPr>
        <dsp:cNvPr id="0" name=""/>
        <dsp:cNvSpPr/>
      </dsp:nvSpPr>
      <dsp:spPr>
        <a:xfrm>
          <a:off x="8141983" y="295175"/>
          <a:ext cx="1259379" cy="125937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34569-2668-4F69-B205-2835247A033A}">
      <dsp:nvSpPr>
        <dsp:cNvPr id="0" name=""/>
        <dsp:cNvSpPr/>
      </dsp:nvSpPr>
      <dsp:spPr>
        <a:xfrm>
          <a:off x="8410375" y="563567"/>
          <a:ext cx="722594" cy="7225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DBE80-CC21-406D-B119-D462B5BFD005}">
      <dsp:nvSpPr>
        <dsp:cNvPr id="0" name=""/>
        <dsp:cNvSpPr/>
      </dsp:nvSpPr>
      <dsp:spPr>
        <a:xfrm>
          <a:off x="7739394" y="1946820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Synthetic datasets</a:t>
          </a:r>
          <a:endParaRPr lang="en-US" sz="1700" kern="1200"/>
        </a:p>
      </dsp:txBody>
      <dsp:txXfrm>
        <a:off x="7739394" y="1946820"/>
        <a:ext cx="206455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580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42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17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96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39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08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46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085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926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88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0848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169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9855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886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782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19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6BC83-E147-40F1-919C-83539A2F9A3D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C333D2B-5786-40A2-92C4-F43E52F4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2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CE9304C-7D47-49AD-9260-6DBF0A5B9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-393"/>
            <a:ext cx="12188952" cy="68587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wo music sheets folded to form a heart shape">
            <a:extLst>
              <a:ext uri="{FF2B5EF4-FFF2-40B4-BE49-F238E27FC236}">
                <a16:creationId xmlns:a16="http://schemas.microsoft.com/office/drawing/2014/main" id="{670391F3-447F-12FA-3B30-CCBFAABD7B2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14750" b="980"/>
          <a:stretch>
            <a:fillRect/>
          </a:stretch>
        </p:blipFill>
        <p:spPr>
          <a:xfrm>
            <a:off x="-1524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774749-1702-4790-4FFF-959C7FABA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en-GB" dirty="0"/>
              <a:t>Easy to remember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1C526-73F4-0F59-B812-780ECF5E1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en-GB" dirty="0"/>
              <a:t>UG student Kamile Kavaliauskaite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DD006-D91C-4989-B39C-EEEA43F86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Freeform 33">
            <a:extLst>
              <a:ext uri="{FF2B5EF4-FFF2-40B4-BE49-F238E27FC236}">
                <a16:creationId xmlns:a16="http://schemas.microsoft.com/office/drawing/2014/main" id="{35EF7FFE-55CC-444E-A630-F40A5C9C5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1759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87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12EE05-605C-1C1A-0D9C-7A95E3DC9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65104"/>
            <a:ext cx="8911687" cy="475048"/>
          </a:xfrm>
        </p:spPr>
        <p:txBody>
          <a:bodyPr>
            <a:normAutofit/>
          </a:bodyPr>
          <a:lstStyle/>
          <a:p>
            <a:r>
              <a:rPr lang="en-GB" sz="1800" dirty="0"/>
              <a:t>https://www.pexels.com/photo/codes-on-screen-9951077/</a:t>
            </a:r>
          </a:p>
        </p:txBody>
      </p:sp>
      <p:pic>
        <p:nvPicPr>
          <p:cNvPr id="21" name="Picture 20" descr="A computer screen with numbers and a red rectangle&#10;&#10;AI-generated content may be incorrect.">
            <a:extLst>
              <a:ext uri="{FF2B5EF4-FFF2-40B4-BE49-F238E27FC236}">
                <a16:creationId xmlns:a16="http://schemas.microsoft.com/office/drawing/2014/main" id="{C1CC5A1B-D87B-3477-40A4-858C159EC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0"/>
            <a:ext cx="11231880" cy="631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6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0B657A6-6466-B78C-7782-0903A961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667" y="6448167"/>
            <a:ext cx="9265722" cy="409833"/>
          </a:xfrm>
        </p:spPr>
        <p:txBody>
          <a:bodyPr>
            <a:noAutofit/>
          </a:bodyPr>
          <a:lstStyle/>
          <a:p>
            <a:r>
              <a:rPr lang="en-GB" sz="1600" dirty="0"/>
              <a:t>https://www.pexels.com/photo/scattered-letter-tiles-on-textured-surface-31818759/</a:t>
            </a:r>
          </a:p>
        </p:txBody>
      </p:sp>
      <p:pic>
        <p:nvPicPr>
          <p:cNvPr id="5" name="Content Placeholder 4" descr="A group of small letters on a grey surface&#10;&#10;AI-generated content may be incorrect.">
            <a:extLst>
              <a:ext uri="{FF2B5EF4-FFF2-40B4-BE49-F238E27FC236}">
                <a16:creationId xmlns:a16="http://schemas.microsoft.com/office/drawing/2014/main" id="{DE9DE088-F4AC-7602-C601-9108264C890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02" y="0"/>
            <a:ext cx="9475787" cy="6315075"/>
          </a:xfrm>
        </p:spPr>
      </p:pic>
    </p:spTree>
    <p:extLst>
      <p:ext uri="{BB962C8B-B14F-4D97-AF65-F5344CB8AC3E}">
        <p14:creationId xmlns:p14="http://schemas.microsoft.com/office/powerpoint/2010/main" val="321177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E508-45AF-F162-8ECF-CC820D05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729" y="6456500"/>
            <a:ext cx="8911687" cy="623922"/>
          </a:xfrm>
        </p:spPr>
        <p:txBody>
          <a:bodyPr>
            <a:normAutofit fontScale="90000"/>
          </a:bodyPr>
          <a:lstStyle/>
          <a:p>
            <a:r>
              <a:rPr lang="en-GB" sz="1800" dirty="0"/>
              <a:t>https://www.pexels.com/photo/green-bmw-m3-on-display-in-baku-street-32943798/</a:t>
            </a:r>
          </a:p>
        </p:txBody>
      </p:sp>
      <p:pic>
        <p:nvPicPr>
          <p:cNvPr id="4" name="Picture 3" descr="The back of a car&#10;&#10;AI-generated content may be incorrect.">
            <a:extLst>
              <a:ext uri="{FF2B5EF4-FFF2-40B4-BE49-F238E27FC236}">
                <a16:creationId xmlns:a16="http://schemas.microsoft.com/office/drawing/2014/main" id="{7B706C3B-0D2E-D934-1177-DCA8F01BE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114" y="0"/>
            <a:ext cx="9688535" cy="645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5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58CB2-1B09-D42D-0704-DC78381D9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GB" sz="3000">
                <a:solidFill>
                  <a:schemeClr val="bg1"/>
                </a:solidFill>
              </a:rPr>
              <a:t>Preparation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263257F2-6F94-DBD2-BFE3-61848FFD2A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77394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174469-8B3D-770A-D857-A60CD5A127EB}"/>
              </a:ext>
            </a:extLst>
          </p:cNvPr>
          <p:cNvSpPr/>
          <p:nvPr/>
        </p:nvSpPr>
        <p:spPr>
          <a:xfrm>
            <a:off x="4713144" y="5998915"/>
            <a:ext cx="6832212" cy="876092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005064-4906-AA57-C1CB-203FB3492BBE}"/>
              </a:ext>
            </a:extLst>
          </p:cNvPr>
          <p:cNvSpPr/>
          <p:nvPr/>
        </p:nvSpPr>
        <p:spPr>
          <a:xfrm>
            <a:off x="5623560" y="5998915"/>
            <a:ext cx="6004388" cy="850354"/>
          </a:xfrm>
          <a:prstGeom prst="roundRect">
            <a:avLst>
              <a:gd name="adj" fmla="val 5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GB" dirty="0"/>
              <a:t>Defined rules</a:t>
            </a:r>
          </a:p>
        </p:txBody>
      </p:sp>
      <p:pic>
        <p:nvPicPr>
          <p:cNvPr id="10" name="Graphic 9" descr="Books with solid fill">
            <a:extLst>
              <a:ext uri="{FF2B5EF4-FFF2-40B4-BE49-F238E27FC236}">
                <a16:creationId xmlns:a16="http://schemas.microsoft.com/office/drawing/2014/main" id="{283D51EF-6C56-E449-BADA-7E55C78DC4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2448" y="596060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2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4B12-AC5E-C89E-2AB2-A0F5BBF9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835E2-2593-45DB-64D7-EB7F99CB6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928813"/>
            <a:ext cx="3992732" cy="576262"/>
          </a:xfrm>
        </p:spPr>
        <p:txBody>
          <a:bodyPr/>
          <a:lstStyle/>
          <a:p>
            <a:r>
              <a:rPr lang="en-GB" dirty="0"/>
              <a:t>Methods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AF097E-79E9-2B42-B7EA-2FB48571C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642655" cy="3684588"/>
          </a:xfrm>
        </p:spPr>
        <p:txBody>
          <a:bodyPr>
            <a:normAutofit/>
          </a:bodyPr>
          <a:lstStyle/>
          <a:p>
            <a:r>
              <a:rPr lang="en-GB" dirty="0"/>
              <a:t>Multi-agent modular system</a:t>
            </a:r>
          </a:p>
          <a:p>
            <a:r>
              <a:rPr lang="en-GB" dirty="0"/>
              <a:t>Incremental learning with temporal difference </a:t>
            </a:r>
          </a:p>
          <a:p>
            <a:r>
              <a:rPr lang="en-GB" dirty="0"/>
              <a:t>Similarity and distance metrics </a:t>
            </a:r>
          </a:p>
          <a:p>
            <a:r>
              <a:rPr lang="en-GB" dirty="0"/>
              <a:t>Weighted memorability score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3ED603-0843-EFF2-1F04-30329FA98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5342" y="1681163"/>
            <a:ext cx="4530046" cy="823912"/>
          </a:xfrm>
        </p:spPr>
        <p:txBody>
          <a:bodyPr/>
          <a:lstStyle/>
          <a:p>
            <a:r>
              <a:rPr lang="en-GB" dirty="0"/>
              <a:t>Rules for numerical patterns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374FFA-4B20-87DB-BE86-41F6BB3CC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25342" y="2505075"/>
            <a:ext cx="4530045" cy="3684588"/>
          </a:xfrm>
        </p:spPr>
        <p:txBody>
          <a:bodyPr>
            <a:normAutofit/>
          </a:bodyPr>
          <a:lstStyle/>
          <a:p>
            <a:r>
              <a:rPr lang="en-GB" dirty="0"/>
              <a:t>Symmetry </a:t>
            </a:r>
          </a:p>
          <a:p>
            <a:r>
              <a:rPr lang="en-GB" dirty="0"/>
              <a:t>Single-digit repetition </a:t>
            </a:r>
          </a:p>
          <a:p>
            <a:r>
              <a:rPr lang="en-GB" dirty="0"/>
              <a:t>Numerical pattern repetition</a:t>
            </a:r>
          </a:p>
          <a:p>
            <a:r>
              <a:rPr lang="en-GB" dirty="0"/>
              <a:t>Periodicity	</a:t>
            </a:r>
          </a:p>
          <a:p>
            <a:r>
              <a:rPr lang="en-GB" dirty="0"/>
              <a:t>Simple keyboard patterns </a:t>
            </a:r>
          </a:p>
          <a:p>
            <a:r>
              <a:rPr lang="en-GB" dirty="0"/>
              <a:t>Unique number count	</a:t>
            </a:r>
          </a:p>
          <a:p>
            <a:r>
              <a:rPr lang="en-GB" dirty="0"/>
              <a:t>Chunking</a:t>
            </a:r>
          </a:p>
        </p:txBody>
      </p:sp>
    </p:spTree>
    <p:extLst>
      <p:ext uri="{BB962C8B-B14F-4D97-AF65-F5344CB8AC3E}">
        <p14:creationId xmlns:p14="http://schemas.microsoft.com/office/powerpoint/2010/main" val="141410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0146-5915-91EF-21B4-95B62BA0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229" y="624110"/>
            <a:ext cx="2759468" cy="763256"/>
          </a:xfrm>
        </p:spPr>
        <p:txBody>
          <a:bodyPr/>
          <a:lstStyle/>
          <a:p>
            <a:r>
              <a:rPr lang="en-GB" dirty="0"/>
              <a:t>Workflow</a:t>
            </a:r>
          </a:p>
        </p:txBody>
      </p:sp>
      <p:pic>
        <p:nvPicPr>
          <p:cNvPr id="5" name="Picture 4" descr="A diagram of a phone number picking&#10;&#10;AI-generated content may be incorrect.">
            <a:extLst>
              <a:ext uri="{FF2B5EF4-FFF2-40B4-BE49-F238E27FC236}">
                <a16:creationId xmlns:a16="http://schemas.microsoft.com/office/drawing/2014/main" id="{30623FCB-94FE-EDA9-BD53-2ECC4983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97" y="0"/>
            <a:ext cx="7521146" cy="685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29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B128-6AAE-F99F-4209-389C2C43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CA22B-2259-3A96-9084-6D0192335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4D34F-3553-2DD7-33CF-BBB0FE82D3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35567-FF6A-1EB2-928A-8C0AA2836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8F574-6652-7505-801B-0595DA41CCB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EC83DEEF-17EA-07AD-0F74-1F635406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33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0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F669-D1F8-6013-5AA6-315EDFCD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Risks and mitigations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3FC500-1DB4-7FBD-6E37-F2AA91BCF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Risks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CA09B-C994-1431-2F20-D39B189C7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095625"/>
          </a:xfrm>
        </p:spPr>
        <p:txBody>
          <a:bodyPr>
            <a:normAutofit/>
          </a:bodyPr>
          <a:lstStyle/>
          <a:p>
            <a:r>
              <a:rPr lang="en-GB" dirty="0"/>
              <a:t>Limited user feedback</a:t>
            </a:r>
          </a:p>
          <a:p>
            <a:r>
              <a:rPr lang="en-GB" dirty="0"/>
              <a:t>Project development time constraint</a:t>
            </a:r>
          </a:p>
          <a:p>
            <a:r>
              <a:rPr lang="en-GB" dirty="0"/>
              <a:t>Incorrect learning rate or discount factor may cause inadequate weight adjustments</a:t>
            </a:r>
          </a:p>
          <a:p>
            <a:r>
              <a:rPr lang="en-GB" dirty="0"/>
              <a:t>Users input does not match any rules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F5B0D2-1F23-14FD-B952-32A7C1D7A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Mitigations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ED19FC-BE4C-15B1-DAEC-F75027D4E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625"/>
          </a:xfrm>
        </p:spPr>
        <p:txBody>
          <a:bodyPr>
            <a:normAutofit/>
          </a:bodyPr>
          <a:lstStyle/>
          <a:p>
            <a:r>
              <a:rPr lang="en-GB" dirty="0"/>
              <a:t>Use fast adapting TD learning</a:t>
            </a:r>
          </a:p>
          <a:p>
            <a:r>
              <a:rPr lang="en-GB" dirty="0"/>
              <a:t>Prioritising functionalities and use of modular design</a:t>
            </a:r>
          </a:p>
          <a:p>
            <a:r>
              <a:rPr lang="en-GB" dirty="0"/>
              <a:t>Adjust the learning rate or discount factor if needed.</a:t>
            </a:r>
          </a:p>
          <a:p>
            <a:r>
              <a:rPr lang="en-GB" dirty="0"/>
              <a:t>Make use of distance metrics as another way to detect similarity</a:t>
            </a:r>
          </a:p>
        </p:txBody>
      </p:sp>
    </p:spTree>
    <p:extLst>
      <p:ext uri="{BB962C8B-B14F-4D97-AF65-F5344CB8AC3E}">
        <p14:creationId xmlns:p14="http://schemas.microsoft.com/office/powerpoint/2010/main" val="2707938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B6574-4F3F-3ACC-4119-2FDE17517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Feasibility</a:t>
            </a: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D0A48AF1-2A53-17BB-29C5-217EF989835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82428724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89000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6058</TotalTime>
  <Words>184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Easy to remember</vt:lpstr>
      <vt:lpstr>https://www.pexels.com/photo/codes-on-screen-9951077/</vt:lpstr>
      <vt:lpstr>https://www.pexels.com/photo/scattered-letter-tiles-on-textured-surface-31818759/</vt:lpstr>
      <vt:lpstr>https://www.pexels.com/photo/green-bmw-m3-on-display-in-baku-street-32943798/</vt:lpstr>
      <vt:lpstr>Preparation</vt:lpstr>
      <vt:lpstr>System design</vt:lpstr>
      <vt:lpstr>Workflow</vt:lpstr>
      <vt:lpstr>PowerPoint Presentation</vt:lpstr>
      <vt:lpstr>Risks and mitigations</vt:lpstr>
      <vt:lpstr>Feasibility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Kavaliauskaite, Kami</dc:creator>
  <cp:lastModifiedBy>Kavaliauskaite, Kami</cp:lastModifiedBy>
  <cp:revision>1</cp:revision>
  <dcterms:created xsi:type="dcterms:W3CDTF">2025-11-12T11:08:12Z</dcterms:created>
  <dcterms:modified xsi:type="dcterms:W3CDTF">2025-11-20T11:47:05Z</dcterms:modified>
</cp:coreProperties>
</file>